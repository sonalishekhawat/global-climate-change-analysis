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charts/chart4.xml" ContentType="application/vnd.openxmlformats-officedocument.drawingml.chart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notesSlides/notesSlide21.xml" ContentType="application/vnd.openxmlformats-officedocument.presentationml.notesSlide+xml"/>
  <Override PartName="/ppt/charts/chart6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3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F5EA44-1798-41B7-8CD2-A87CA80BB5A8}" v="2" dt="2026-03-19T11:06:02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1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li Shekhawat" userId="0309683e1721122f" providerId="LiveId" clId="{81579934-A0E3-4E5B-A9C3-621F00061F9F}"/>
    <pc:docChg chg="undo custSel delSld modSld">
      <pc:chgData name="Sonali Shekhawat" userId="0309683e1721122f" providerId="LiveId" clId="{81579934-A0E3-4E5B-A9C3-621F00061F9F}" dt="2026-03-19T11:07:00.713" v="178" actId="478"/>
      <pc:docMkLst>
        <pc:docMk/>
      </pc:docMkLst>
      <pc:sldChg chg="delSp mod">
        <pc:chgData name="Sonali Shekhawat" userId="0309683e1721122f" providerId="LiveId" clId="{81579934-A0E3-4E5B-A9C3-621F00061F9F}" dt="2026-03-19T10:55:45.761" v="1" actId="478"/>
        <pc:sldMkLst>
          <pc:docMk/>
          <pc:sldMk cId="0" sldId="256"/>
        </pc:sldMkLst>
        <pc:spChg chg="del">
          <ac:chgData name="Sonali Shekhawat" userId="0309683e1721122f" providerId="LiveId" clId="{81579934-A0E3-4E5B-A9C3-621F00061F9F}" dt="2026-03-19T10:55:43.557" v="0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5:45.761" v="1" actId="478"/>
          <ac:spMkLst>
            <pc:docMk/>
            <pc:sldMk cId="0" sldId="256"/>
            <ac:spMk id="10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0:56:41.343" v="28" actId="478"/>
        <pc:sldMkLst>
          <pc:docMk/>
          <pc:sldMk cId="0" sldId="257"/>
        </pc:sldMkLst>
        <pc:spChg chg="mod">
          <ac:chgData name="Sonali Shekhawat" userId="0309683e1721122f" providerId="LiveId" clId="{81579934-A0E3-4E5B-A9C3-621F00061F9F}" dt="2026-03-19T10:56:28.780" v="26" actId="20577"/>
          <ac:spMkLst>
            <pc:docMk/>
            <pc:sldMk cId="0" sldId="257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6:41.343" v="28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6:40.025" v="27" actId="478"/>
          <ac:spMkLst>
            <pc:docMk/>
            <pc:sldMk cId="0" sldId="257"/>
            <ac:spMk id="5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55:52.308" v="2" actId="20577"/>
          <ac:spMkLst>
            <pc:docMk/>
            <pc:sldMk cId="0" sldId="257"/>
            <ac:spMk id="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6:10.653" v="3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6:10.653" v="3" actId="478"/>
          <ac:spMkLst>
            <pc:docMk/>
            <pc:sldMk cId="0" sldId="257"/>
            <ac:spMk id="1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6:10.653" v="3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6:10.653" v="3" actId="478"/>
          <ac:spMkLst>
            <pc:docMk/>
            <pc:sldMk cId="0" sldId="257"/>
            <ac:spMk id="2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6:10.653" v="3" actId="478"/>
          <ac:spMkLst>
            <pc:docMk/>
            <pc:sldMk cId="0" sldId="257"/>
            <ac:spMk id="3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6:10.653" v="3" actId="478"/>
          <ac:spMkLst>
            <pc:docMk/>
            <pc:sldMk cId="0" sldId="257"/>
            <ac:spMk id="3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6:10.653" v="3" actId="478"/>
          <ac:spMkLst>
            <pc:docMk/>
            <pc:sldMk cId="0" sldId="257"/>
            <ac:spMk id="4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6:10.653" v="3" actId="478"/>
          <ac:spMkLst>
            <pc:docMk/>
            <pc:sldMk cId="0" sldId="257"/>
            <ac:spMk id="45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56:49.437" v="29" actId="478"/>
        <pc:sldMkLst>
          <pc:docMk/>
          <pc:sldMk cId="0" sldId="258"/>
        </pc:sldMkLst>
        <pc:spChg chg="del">
          <ac:chgData name="Sonali Shekhawat" userId="0309683e1721122f" providerId="LiveId" clId="{81579934-A0E3-4E5B-A9C3-621F00061F9F}" dt="2026-03-19T10:56:49.437" v="29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6:49.437" v="29" actId="478"/>
          <ac:spMkLst>
            <pc:docMk/>
            <pc:sldMk cId="0" sldId="258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0:57:47.001" v="43" actId="20577"/>
        <pc:sldMkLst>
          <pc:docMk/>
          <pc:sldMk cId="0" sldId="259"/>
        </pc:sldMkLst>
        <pc:spChg chg="mod">
          <ac:chgData name="Sonali Shekhawat" userId="0309683e1721122f" providerId="LiveId" clId="{81579934-A0E3-4E5B-A9C3-621F00061F9F}" dt="2026-03-19T10:57:47.001" v="43" actId="20577"/>
          <ac:spMkLst>
            <pc:docMk/>
            <pc:sldMk cId="0" sldId="259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7:03.491" v="30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7:03.491" v="30" actId="478"/>
          <ac:spMkLst>
            <pc:docMk/>
            <pc:sldMk cId="0" sldId="259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0:57:42.165" v="40" actId="20577"/>
        <pc:sldMkLst>
          <pc:docMk/>
          <pc:sldMk cId="0" sldId="260"/>
        </pc:sldMkLst>
        <pc:spChg chg="mod">
          <ac:chgData name="Sonali Shekhawat" userId="0309683e1721122f" providerId="LiveId" clId="{81579934-A0E3-4E5B-A9C3-621F00061F9F}" dt="2026-03-19T10:57:42.165" v="40" actId="20577"/>
          <ac:spMkLst>
            <pc:docMk/>
            <pc:sldMk cId="0" sldId="260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7:10.119" v="31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7:10.119" v="31" actId="478"/>
          <ac:spMkLst>
            <pc:docMk/>
            <pc:sldMk cId="0" sldId="260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0:57:36.729" v="37" actId="20577"/>
        <pc:sldMkLst>
          <pc:docMk/>
          <pc:sldMk cId="0" sldId="261"/>
        </pc:sldMkLst>
        <pc:spChg chg="mod">
          <ac:chgData name="Sonali Shekhawat" userId="0309683e1721122f" providerId="LiveId" clId="{81579934-A0E3-4E5B-A9C3-621F00061F9F}" dt="2026-03-19T10:57:36.729" v="37" actId="20577"/>
          <ac:spMkLst>
            <pc:docMk/>
            <pc:sldMk cId="0" sldId="261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7:18.644" v="32" actId="478"/>
          <ac:spMkLst>
            <pc:docMk/>
            <pc:sldMk cId="0" sldId="261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7:18.644" v="32" actId="478"/>
          <ac:spMkLst>
            <pc:docMk/>
            <pc:sldMk cId="0" sldId="261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0:57:30.305" v="35" actId="20577"/>
        <pc:sldMkLst>
          <pc:docMk/>
          <pc:sldMk cId="0" sldId="262"/>
        </pc:sldMkLst>
        <pc:spChg chg="mod">
          <ac:chgData name="Sonali Shekhawat" userId="0309683e1721122f" providerId="LiveId" clId="{81579934-A0E3-4E5B-A9C3-621F00061F9F}" dt="2026-03-19T10:57:30.305" v="35" actId="20577"/>
          <ac:spMkLst>
            <pc:docMk/>
            <pc:sldMk cId="0" sldId="262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7:23.210" v="33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7:23.210" v="33" actId="478"/>
          <ac:spMkLst>
            <pc:docMk/>
            <pc:sldMk cId="0" sldId="262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0:58:02.947" v="47" actId="20577"/>
        <pc:sldMkLst>
          <pc:docMk/>
          <pc:sldMk cId="0" sldId="263"/>
        </pc:sldMkLst>
        <pc:spChg chg="mod">
          <ac:chgData name="Sonali Shekhawat" userId="0309683e1721122f" providerId="LiveId" clId="{81579934-A0E3-4E5B-A9C3-621F00061F9F}" dt="2026-03-19T10:58:02.947" v="47" actId="20577"/>
          <ac:spMkLst>
            <pc:docMk/>
            <pc:sldMk cId="0" sldId="263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7:59.933" v="44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7:59.933" v="44" actId="478"/>
          <ac:spMkLst>
            <pc:docMk/>
            <pc:sldMk cId="0" sldId="263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0:58:10.985" v="51" actId="478"/>
        <pc:sldMkLst>
          <pc:docMk/>
          <pc:sldMk cId="0" sldId="264"/>
        </pc:sldMkLst>
        <pc:spChg chg="mod">
          <ac:chgData name="Sonali Shekhawat" userId="0309683e1721122f" providerId="LiveId" clId="{81579934-A0E3-4E5B-A9C3-621F00061F9F}" dt="2026-03-19T10:58:07.979" v="50" actId="20577"/>
          <ac:spMkLst>
            <pc:docMk/>
            <pc:sldMk cId="0" sldId="264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8:10.985" v="51" actId="478"/>
          <ac:spMkLst>
            <pc:docMk/>
            <pc:sldMk cId="0" sldId="264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8:10.985" v="51" actId="478"/>
          <ac:spMkLst>
            <pc:docMk/>
            <pc:sldMk cId="0" sldId="264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1:00:07.248" v="66" actId="478"/>
        <pc:sldMkLst>
          <pc:docMk/>
          <pc:sldMk cId="0" sldId="265"/>
        </pc:sldMkLst>
        <pc:spChg chg="mod">
          <ac:chgData name="Sonali Shekhawat" userId="0309683e1721122f" providerId="LiveId" clId="{81579934-A0E3-4E5B-A9C3-621F00061F9F}" dt="2026-03-19T10:58:20.498" v="55" actId="20577"/>
          <ac:spMkLst>
            <pc:docMk/>
            <pc:sldMk cId="0" sldId="265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8:17.911" v="52" actId="478"/>
          <ac:spMkLst>
            <pc:docMk/>
            <pc:sldMk cId="0" sldId="265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8:17.911" v="52" actId="478"/>
          <ac:spMkLst>
            <pc:docMk/>
            <pc:sldMk cId="0" sldId="265"/>
            <ac:spMk id="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8:36.946" v="56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8:36.946" v="56" actId="478"/>
          <ac:spMkLst>
            <pc:docMk/>
            <pc:sldMk cId="0" sldId="265"/>
            <ac:spMk id="17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8:36.946" v="56" actId="478"/>
          <ac:spMkLst>
            <pc:docMk/>
            <pc:sldMk cId="0" sldId="265"/>
            <ac:spMk id="18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59:00.553" v="58" actId="107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59:13.658" v="59" actId="1076"/>
          <ac:spMkLst>
            <pc:docMk/>
            <pc:sldMk cId="0" sldId="265"/>
            <ac:spMk id="22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59:13.658" v="59" actId="1076"/>
          <ac:spMkLst>
            <pc:docMk/>
            <pc:sldMk cId="0" sldId="265"/>
            <ac:spMk id="23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59:13.658" v="59" actId="1076"/>
          <ac:spMkLst>
            <pc:docMk/>
            <pc:sldMk cId="0" sldId="265"/>
            <ac:spMk id="2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59:46.399" v="64" actId="1076"/>
          <ac:spMkLst>
            <pc:docMk/>
            <pc:sldMk cId="0" sldId="265"/>
            <ac:spMk id="25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59:38.832" v="60" actId="1076"/>
          <ac:spMkLst>
            <pc:docMk/>
            <pc:sldMk cId="0" sldId="265"/>
            <ac:spMk id="28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59:38.832" v="60" actId="1076"/>
          <ac:spMkLst>
            <pc:docMk/>
            <pc:sldMk cId="0" sldId="265"/>
            <ac:spMk id="29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59:38.832" v="60" actId="1076"/>
          <ac:spMkLst>
            <pc:docMk/>
            <pc:sldMk cId="0" sldId="265"/>
            <ac:spMk id="30" creationId="{00000000-0000-0000-0000-000000000000}"/>
          </ac:spMkLst>
        </pc:spChg>
        <pc:spChg chg="del mod">
          <ac:chgData name="Sonali Shekhawat" userId="0309683e1721122f" providerId="LiveId" clId="{81579934-A0E3-4E5B-A9C3-621F00061F9F}" dt="2026-03-19T11:00:07.248" v="66" actId="478"/>
          <ac:spMkLst>
            <pc:docMk/>
            <pc:sldMk cId="0" sldId="265"/>
            <ac:spMk id="31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0:07.248" v="66" actId="478"/>
          <ac:spMkLst>
            <pc:docMk/>
            <pc:sldMk cId="0" sldId="265"/>
            <ac:spMk id="32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0:07.248" v="66" actId="478"/>
          <ac:spMkLst>
            <pc:docMk/>
            <pc:sldMk cId="0" sldId="265"/>
            <ac:spMk id="33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0:04.008" v="65" actId="1076"/>
          <ac:spMkLst>
            <pc:docMk/>
            <pc:sldMk cId="0" sldId="265"/>
            <ac:spMk id="3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0:04.008" v="65" actId="1076"/>
          <ac:spMkLst>
            <pc:docMk/>
            <pc:sldMk cId="0" sldId="265"/>
            <ac:spMk id="35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0:04.008" v="65" actId="1076"/>
          <ac:spMkLst>
            <pc:docMk/>
            <pc:sldMk cId="0" sldId="265"/>
            <ac:spMk id="36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1:01:22.072" v="83" actId="1076"/>
        <pc:sldMkLst>
          <pc:docMk/>
          <pc:sldMk cId="0" sldId="266"/>
        </pc:sldMkLst>
        <pc:spChg chg="mod">
          <ac:chgData name="Sonali Shekhawat" userId="0309683e1721122f" providerId="LiveId" clId="{81579934-A0E3-4E5B-A9C3-621F00061F9F}" dt="2026-03-19T11:00:13.168" v="69" actId="20577"/>
          <ac:spMkLst>
            <pc:docMk/>
            <pc:sldMk cId="0" sldId="266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0:16.951" v="70" actId="478"/>
          <ac:spMkLst>
            <pc:docMk/>
            <pc:sldMk cId="0" sldId="266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0:16.951" v="70" actId="478"/>
          <ac:spMkLst>
            <pc:docMk/>
            <pc:sldMk cId="0" sldId="266"/>
            <ac:spMk id="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0:26.158" v="71" actId="478"/>
          <ac:spMkLst>
            <pc:docMk/>
            <pc:sldMk cId="0" sldId="266"/>
            <ac:spMk id="1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0:26.158" v="71" actId="478"/>
          <ac:spMkLst>
            <pc:docMk/>
            <pc:sldMk cId="0" sldId="266"/>
            <ac:spMk id="1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0:26.158" v="71" actId="478"/>
          <ac:spMkLst>
            <pc:docMk/>
            <pc:sldMk cId="0" sldId="266"/>
            <ac:spMk id="1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0:26.158" v="71" actId="478"/>
          <ac:spMkLst>
            <pc:docMk/>
            <pc:sldMk cId="0" sldId="266"/>
            <ac:spMk id="17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0:26.158" v="71" actId="478"/>
          <ac:spMkLst>
            <pc:docMk/>
            <pc:sldMk cId="0" sldId="266"/>
            <ac:spMk id="18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0:26.158" v="71" actId="478"/>
          <ac:spMkLst>
            <pc:docMk/>
            <pc:sldMk cId="0" sldId="266"/>
            <ac:spMk id="19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1:06.470" v="82" actId="107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1:06.470" v="82" actId="107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1:06.470" v="82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1:06.470" v="82" actId="1076"/>
          <ac:spMkLst>
            <pc:docMk/>
            <pc:sldMk cId="0" sldId="266"/>
            <ac:spMk id="23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1:06.470" v="82" actId="1076"/>
          <ac:spMkLst>
            <pc:docMk/>
            <pc:sldMk cId="0" sldId="266"/>
            <ac:spMk id="2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1:06.470" v="82" actId="1076"/>
          <ac:spMkLst>
            <pc:docMk/>
            <pc:sldMk cId="0" sldId="266"/>
            <ac:spMk id="25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1:06.470" v="82" actId="1076"/>
          <ac:spMkLst>
            <pc:docMk/>
            <pc:sldMk cId="0" sldId="266"/>
            <ac:spMk id="26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1:22.072" v="83" actId="1076"/>
          <ac:spMkLst>
            <pc:docMk/>
            <pc:sldMk cId="0" sldId="266"/>
            <ac:spMk id="27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1:22.072" v="83" actId="1076"/>
          <ac:spMkLst>
            <pc:docMk/>
            <pc:sldMk cId="0" sldId="266"/>
            <ac:spMk id="28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1:22.072" v="83" actId="1076"/>
          <ac:spMkLst>
            <pc:docMk/>
            <pc:sldMk cId="0" sldId="266"/>
            <ac:spMk id="29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1:22.072" v="83" actId="1076"/>
          <ac:spMkLst>
            <pc:docMk/>
            <pc:sldMk cId="0" sldId="266"/>
            <ac:spMk id="30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1:22.072" v="83" actId="1076"/>
          <ac:spMkLst>
            <pc:docMk/>
            <pc:sldMk cId="0" sldId="266"/>
            <ac:spMk id="31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1:22.072" v="83" actId="1076"/>
          <ac:spMkLst>
            <pc:docMk/>
            <pc:sldMk cId="0" sldId="266"/>
            <ac:spMk id="32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1:22.072" v="83" actId="1076"/>
          <ac:spMkLst>
            <pc:docMk/>
            <pc:sldMk cId="0" sldId="266"/>
            <ac:spMk id="33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1:01:36.332" v="87" actId="478"/>
        <pc:sldMkLst>
          <pc:docMk/>
          <pc:sldMk cId="0" sldId="267"/>
        </pc:sldMkLst>
        <pc:spChg chg="mod">
          <ac:chgData name="Sonali Shekhawat" userId="0309683e1721122f" providerId="LiveId" clId="{81579934-A0E3-4E5B-A9C3-621F00061F9F}" dt="2026-03-19T11:01:28.746" v="86" actId="20577"/>
          <ac:spMkLst>
            <pc:docMk/>
            <pc:sldMk cId="0" sldId="267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1:36.332" v="87" actId="478"/>
          <ac:spMkLst>
            <pc:docMk/>
            <pc:sldMk cId="0" sldId="267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1:36.332" v="87" actId="478"/>
          <ac:spMkLst>
            <pc:docMk/>
            <pc:sldMk cId="0" sldId="267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1:02:51.365" v="101" actId="1076"/>
        <pc:sldMkLst>
          <pc:docMk/>
          <pc:sldMk cId="0" sldId="268"/>
        </pc:sldMkLst>
        <pc:spChg chg="mod">
          <ac:chgData name="Sonali Shekhawat" userId="0309683e1721122f" providerId="LiveId" clId="{81579934-A0E3-4E5B-A9C3-621F00061F9F}" dt="2026-03-19T11:01:44.146" v="91" actId="20577"/>
          <ac:spMkLst>
            <pc:docMk/>
            <pc:sldMk cId="0" sldId="268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1:40.746" v="88" actId="478"/>
          <ac:spMkLst>
            <pc:docMk/>
            <pc:sldMk cId="0" sldId="268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1:40.746" v="88" actId="478"/>
          <ac:spMkLst>
            <pc:docMk/>
            <pc:sldMk cId="0" sldId="268"/>
            <ac:spMk id="5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1:50.554" v="95" actId="20577"/>
          <ac:spMkLst>
            <pc:docMk/>
            <pc:sldMk cId="0" sldId="268"/>
            <ac:spMk id="9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2:51.365" v="101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2:51.365" v="101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2:51.365" v="101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2:51.365" v="101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2:51.365" v="101" actId="1076"/>
          <ac:spMkLst>
            <pc:docMk/>
            <pc:sldMk cId="0" sldId="268"/>
            <ac:spMk id="1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2:03.061" v="96" actId="478"/>
          <ac:spMkLst>
            <pc:docMk/>
            <pc:sldMk cId="0" sldId="268"/>
            <ac:spMk id="1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2:09.519" v="97" actId="478"/>
          <ac:spMkLst>
            <pc:docMk/>
            <pc:sldMk cId="0" sldId="268"/>
            <ac:spMk id="17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2:03.061" v="96" actId="478"/>
          <ac:spMkLst>
            <pc:docMk/>
            <pc:sldMk cId="0" sldId="268"/>
            <ac:spMk id="18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2:03.061" v="96" actId="478"/>
          <ac:spMkLst>
            <pc:docMk/>
            <pc:sldMk cId="0" sldId="268"/>
            <ac:spMk id="19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2:03.061" v="96" actId="478"/>
          <ac:spMkLst>
            <pc:docMk/>
            <pc:sldMk cId="0" sldId="268"/>
            <ac:spMk id="2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2:03.061" v="96" actId="478"/>
          <ac:spMkLst>
            <pc:docMk/>
            <pc:sldMk cId="0" sldId="268"/>
            <ac:spMk id="21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2:09.519" v="97" actId="478"/>
          <ac:spMkLst>
            <pc:docMk/>
            <pc:sldMk cId="0" sldId="268"/>
            <ac:spMk id="22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2:03.061" v="96" actId="478"/>
          <ac:spMkLst>
            <pc:docMk/>
            <pc:sldMk cId="0" sldId="268"/>
            <ac:spMk id="2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2:03.061" v="96" actId="478"/>
          <ac:spMkLst>
            <pc:docMk/>
            <pc:sldMk cId="0" sldId="268"/>
            <ac:spMk id="2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2:03.061" v="96" actId="478"/>
          <ac:spMkLst>
            <pc:docMk/>
            <pc:sldMk cId="0" sldId="268"/>
            <ac:spMk id="2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2:03.061" v="96" actId="478"/>
          <ac:spMkLst>
            <pc:docMk/>
            <pc:sldMk cId="0" sldId="268"/>
            <ac:spMk id="2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2:09.519" v="97" actId="478"/>
          <ac:spMkLst>
            <pc:docMk/>
            <pc:sldMk cId="0" sldId="268"/>
            <ac:spMk id="27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2:09.519" v="97" actId="478"/>
          <ac:spMkLst>
            <pc:docMk/>
            <pc:sldMk cId="0" sldId="268"/>
            <ac:spMk id="29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2:03.061" v="96" actId="478"/>
          <ac:spMkLst>
            <pc:docMk/>
            <pc:sldMk cId="0" sldId="268"/>
            <ac:spMk id="30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2:38.920" v="100" actId="1076"/>
          <ac:spMkLst>
            <pc:docMk/>
            <pc:sldMk cId="0" sldId="268"/>
            <ac:spMk id="31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2:38.920" v="100" actId="1076"/>
          <ac:spMkLst>
            <pc:docMk/>
            <pc:sldMk cId="0" sldId="268"/>
            <ac:spMk id="32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2:38.920" v="100" actId="1076"/>
          <ac:spMkLst>
            <pc:docMk/>
            <pc:sldMk cId="0" sldId="268"/>
            <ac:spMk id="33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2:38.920" v="100" actId="1076"/>
          <ac:spMkLst>
            <pc:docMk/>
            <pc:sldMk cId="0" sldId="268"/>
            <ac:spMk id="3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1:02:38.920" v="100" actId="1076"/>
          <ac:spMkLst>
            <pc:docMk/>
            <pc:sldMk cId="0" sldId="268"/>
            <ac:spMk id="3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1:03:01.191" v="105" actId="478"/>
        <pc:sldMkLst>
          <pc:docMk/>
          <pc:sldMk cId="0" sldId="269"/>
        </pc:sldMkLst>
        <pc:spChg chg="mod">
          <ac:chgData name="Sonali Shekhawat" userId="0309683e1721122f" providerId="LiveId" clId="{81579934-A0E3-4E5B-A9C3-621F00061F9F}" dt="2026-03-19T11:02:56.626" v="104" actId="20577"/>
          <ac:spMkLst>
            <pc:docMk/>
            <pc:sldMk cId="0" sldId="269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3:01.191" v="105" actId="478"/>
          <ac:spMkLst>
            <pc:docMk/>
            <pc:sldMk cId="0" sldId="269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3:01.191" v="105" actId="478"/>
          <ac:spMkLst>
            <pc:docMk/>
            <pc:sldMk cId="0" sldId="269"/>
            <ac:spMk id="5" creationId="{00000000-0000-0000-0000-000000000000}"/>
          </ac:spMkLst>
        </pc:spChg>
      </pc:sldChg>
      <pc:sldChg chg="addSp delSp modSp mod">
        <pc:chgData name="Sonali Shekhawat" userId="0309683e1721122f" providerId="LiveId" clId="{81579934-A0E3-4E5B-A9C3-621F00061F9F}" dt="2026-03-19T11:03:20.214" v="111" actId="478"/>
        <pc:sldMkLst>
          <pc:docMk/>
          <pc:sldMk cId="0" sldId="270"/>
        </pc:sldMkLst>
        <pc:spChg chg="add del mod">
          <ac:chgData name="Sonali Shekhawat" userId="0309683e1721122f" providerId="LiveId" clId="{81579934-A0E3-4E5B-A9C3-621F00061F9F}" dt="2026-03-19T11:03:14.177" v="110" actId="478"/>
          <ac:spMkLst>
            <pc:docMk/>
            <pc:sldMk cId="0" sldId="270"/>
            <ac:spMk id="3" creationId="{00000000-0000-0000-0000-000000000000}"/>
          </ac:spMkLst>
        </pc:spChg>
        <pc:spChg chg="add del">
          <ac:chgData name="Sonali Shekhawat" userId="0309683e1721122f" providerId="LiveId" clId="{81579934-A0E3-4E5B-A9C3-621F00061F9F}" dt="2026-03-19T11:03:20.214" v="111" actId="478"/>
          <ac:spMkLst>
            <pc:docMk/>
            <pc:sldMk cId="0" sldId="270"/>
            <ac:spMk id="4" creationId="{00000000-0000-0000-0000-000000000000}"/>
          </ac:spMkLst>
        </pc:spChg>
        <pc:spChg chg="add del">
          <ac:chgData name="Sonali Shekhawat" userId="0309683e1721122f" providerId="LiveId" clId="{81579934-A0E3-4E5B-A9C3-621F00061F9F}" dt="2026-03-19T11:03:20.214" v="111" actId="478"/>
          <ac:spMkLst>
            <pc:docMk/>
            <pc:sldMk cId="0" sldId="270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1:03:33.615" v="116" actId="20577"/>
        <pc:sldMkLst>
          <pc:docMk/>
          <pc:sldMk cId="0" sldId="271"/>
        </pc:sldMkLst>
        <pc:spChg chg="mod">
          <ac:chgData name="Sonali Shekhawat" userId="0309683e1721122f" providerId="LiveId" clId="{81579934-A0E3-4E5B-A9C3-621F00061F9F}" dt="2026-03-19T11:03:33.615" v="116" actId="20577"/>
          <ac:spMkLst>
            <pc:docMk/>
            <pc:sldMk cId="0" sldId="271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3:25.575" v="112" actId="478"/>
          <ac:spMkLst>
            <pc:docMk/>
            <pc:sldMk cId="0" sldId="271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3:25.575" v="112" actId="478"/>
          <ac:spMkLst>
            <pc:docMk/>
            <pc:sldMk cId="0" sldId="271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1:03:36.823" v="119" actId="20577"/>
        <pc:sldMkLst>
          <pc:docMk/>
          <pc:sldMk cId="0" sldId="272"/>
        </pc:sldMkLst>
        <pc:spChg chg="mod">
          <ac:chgData name="Sonali Shekhawat" userId="0309683e1721122f" providerId="LiveId" clId="{81579934-A0E3-4E5B-A9C3-621F00061F9F}" dt="2026-03-19T11:03:36.823" v="119" actId="20577"/>
          <ac:spMkLst>
            <pc:docMk/>
            <pc:sldMk cId="0" sldId="272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3:29.964" v="113" actId="478"/>
          <ac:spMkLst>
            <pc:docMk/>
            <pc:sldMk cId="0" sldId="272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3:29.964" v="113" actId="478"/>
          <ac:spMkLst>
            <pc:docMk/>
            <pc:sldMk cId="0" sldId="272"/>
            <ac:spMk id="5" creationId="{00000000-0000-0000-0000-000000000000}"/>
          </ac:spMkLst>
        </pc:spChg>
      </pc:sldChg>
      <pc:sldChg chg="addSp delSp modSp mod">
        <pc:chgData name="Sonali Shekhawat" userId="0309683e1721122f" providerId="LiveId" clId="{81579934-A0E3-4E5B-A9C3-621F00061F9F}" dt="2026-03-19T11:03:57.210" v="125" actId="478"/>
        <pc:sldMkLst>
          <pc:docMk/>
          <pc:sldMk cId="0" sldId="273"/>
        </pc:sldMkLst>
        <pc:spChg chg="add del mod">
          <ac:chgData name="Sonali Shekhawat" userId="0309683e1721122f" providerId="LiveId" clId="{81579934-A0E3-4E5B-A9C3-621F00061F9F}" dt="2026-03-19T11:03:51.455" v="124" actId="478"/>
          <ac:spMkLst>
            <pc:docMk/>
            <pc:sldMk cId="0" sldId="273"/>
            <ac:spMk id="3" creationId="{00000000-0000-0000-0000-000000000000}"/>
          </ac:spMkLst>
        </pc:spChg>
        <pc:spChg chg="add del">
          <ac:chgData name="Sonali Shekhawat" userId="0309683e1721122f" providerId="LiveId" clId="{81579934-A0E3-4E5B-A9C3-621F00061F9F}" dt="2026-03-19T11:03:57.210" v="125" actId="478"/>
          <ac:spMkLst>
            <pc:docMk/>
            <pc:sldMk cId="0" sldId="273"/>
            <ac:spMk id="4" creationId="{00000000-0000-0000-0000-000000000000}"/>
          </ac:spMkLst>
        </pc:spChg>
        <pc:spChg chg="add del">
          <ac:chgData name="Sonali Shekhawat" userId="0309683e1721122f" providerId="LiveId" clId="{81579934-A0E3-4E5B-A9C3-621F00061F9F}" dt="2026-03-19T11:03:57.210" v="125" actId="478"/>
          <ac:spMkLst>
            <pc:docMk/>
            <pc:sldMk cId="0" sldId="273"/>
            <ac:spMk id="5" creationId="{00000000-0000-0000-0000-000000000000}"/>
          </ac:spMkLst>
        </pc:spChg>
      </pc:sldChg>
      <pc:sldChg chg="del">
        <pc:chgData name="Sonali Shekhawat" userId="0309683e1721122f" providerId="LiveId" clId="{81579934-A0E3-4E5B-A9C3-621F00061F9F}" dt="2026-03-19T11:03:59.989" v="126" actId="2696"/>
        <pc:sldMkLst>
          <pc:docMk/>
          <pc:sldMk cId="0" sldId="274"/>
        </pc:sldMkLst>
      </pc:sldChg>
      <pc:sldChg chg="delSp modSp mod">
        <pc:chgData name="Sonali Shekhawat" userId="0309683e1721122f" providerId="LiveId" clId="{81579934-A0E3-4E5B-A9C3-621F00061F9F}" dt="2026-03-19T11:04:15.978" v="134" actId="20577"/>
        <pc:sldMkLst>
          <pc:docMk/>
          <pc:sldMk cId="0" sldId="275"/>
        </pc:sldMkLst>
        <pc:spChg chg="mod">
          <ac:chgData name="Sonali Shekhawat" userId="0309683e1721122f" providerId="LiveId" clId="{81579934-A0E3-4E5B-A9C3-621F00061F9F}" dt="2026-03-19T11:04:15.978" v="134" actId="20577"/>
          <ac:spMkLst>
            <pc:docMk/>
            <pc:sldMk cId="0" sldId="275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4:06.054" v="127" actId="478"/>
          <ac:spMkLst>
            <pc:docMk/>
            <pc:sldMk cId="0" sldId="275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4:06.054" v="127" actId="478"/>
          <ac:spMkLst>
            <pc:docMk/>
            <pc:sldMk cId="0" sldId="275"/>
            <ac:spMk id="5" creationId="{00000000-0000-0000-0000-000000000000}"/>
          </ac:spMkLst>
        </pc:spChg>
      </pc:sldChg>
      <pc:sldChg chg="addSp delSp modSp mod">
        <pc:chgData name="Sonali Shekhawat" userId="0309683e1721122f" providerId="LiveId" clId="{81579934-A0E3-4E5B-A9C3-621F00061F9F}" dt="2026-03-19T11:04:33.984" v="140" actId="478"/>
        <pc:sldMkLst>
          <pc:docMk/>
          <pc:sldMk cId="0" sldId="276"/>
        </pc:sldMkLst>
        <pc:spChg chg="add del mod">
          <ac:chgData name="Sonali Shekhawat" userId="0309683e1721122f" providerId="LiveId" clId="{81579934-A0E3-4E5B-A9C3-621F00061F9F}" dt="2026-03-19T11:04:29.069" v="139" actId="478"/>
          <ac:spMkLst>
            <pc:docMk/>
            <pc:sldMk cId="0" sldId="276"/>
            <ac:spMk id="3" creationId="{00000000-0000-0000-0000-000000000000}"/>
          </ac:spMkLst>
        </pc:spChg>
        <pc:spChg chg="add del">
          <ac:chgData name="Sonali Shekhawat" userId="0309683e1721122f" providerId="LiveId" clId="{81579934-A0E3-4E5B-A9C3-621F00061F9F}" dt="2026-03-19T11:04:33.984" v="140" actId="478"/>
          <ac:spMkLst>
            <pc:docMk/>
            <pc:sldMk cId="0" sldId="276"/>
            <ac:spMk id="4" creationId="{00000000-0000-0000-0000-000000000000}"/>
          </ac:spMkLst>
        </pc:spChg>
        <pc:spChg chg="add del">
          <ac:chgData name="Sonali Shekhawat" userId="0309683e1721122f" providerId="LiveId" clId="{81579934-A0E3-4E5B-A9C3-621F00061F9F}" dt="2026-03-19T11:04:33.984" v="140" actId="478"/>
          <ac:spMkLst>
            <pc:docMk/>
            <pc:sldMk cId="0" sldId="276"/>
            <ac:spMk id="5" creationId="{00000000-0000-0000-0000-000000000000}"/>
          </ac:spMkLst>
        </pc:spChg>
      </pc:sldChg>
      <pc:sldChg chg="addSp delSp modSp mod">
        <pc:chgData name="Sonali Shekhawat" userId="0309683e1721122f" providerId="LiveId" clId="{81579934-A0E3-4E5B-A9C3-621F00061F9F}" dt="2026-03-19T11:04:51.791" v="146" actId="478"/>
        <pc:sldMkLst>
          <pc:docMk/>
          <pc:sldMk cId="0" sldId="277"/>
        </pc:sldMkLst>
        <pc:spChg chg="add del mod">
          <ac:chgData name="Sonali Shekhawat" userId="0309683e1721122f" providerId="LiveId" clId="{81579934-A0E3-4E5B-A9C3-621F00061F9F}" dt="2026-03-19T11:04:45.862" v="145" actId="478"/>
          <ac:spMkLst>
            <pc:docMk/>
            <pc:sldMk cId="0" sldId="277"/>
            <ac:spMk id="3" creationId="{00000000-0000-0000-0000-000000000000}"/>
          </ac:spMkLst>
        </pc:spChg>
        <pc:spChg chg="add del">
          <ac:chgData name="Sonali Shekhawat" userId="0309683e1721122f" providerId="LiveId" clId="{81579934-A0E3-4E5B-A9C3-621F00061F9F}" dt="2026-03-19T11:04:51.791" v="146" actId="478"/>
          <ac:spMkLst>
            <pc:docMk/>
            <pc:sldMk cId="0" sldId="277"/>
            <ac:spMk id="4" creationId="{00000000-0000-0000-0000-000000000000}"/>
          </ac:spMkLst>
        </pc:spChg>
        <pc:spChg chg="add del">
          <ac:chgData name="Sonali Shekhawat" userId="0309683e1721122f" providerId="LiveId" clId="{81579934-A0E3-4E5B-A9C3-621F00061F9F}" dt="2026-03-19T11:04:51.791" v="146" actId="478"/>
          <ac:spMkLst>
            <pc:docMk/>
            <pc:sldMk cId="0" sldId="277"/>
            <ac:spMk id="5" creationId="{00000000-0000-0000-0000-000000000000}"/>
          </ac:spMkLst>
        </pc:spChg>
      </pc:sldChg>
      <pc:sldChg chg="addSp delSp modSp mod">
        <pc:chgData name="Sonali Shekhawat" userId="0309683e1721122f" providerId="LiveId" clId="{81579934-A0E3-4E5B-A9C3-621F00061F9F}" dt="2026-03-19T11:05:06.187" v="152" actId="478"/>
        <pc:sldMkLst>
          <pc:docMk/>
          <pc:sldMk cId="0" sldId="278"/>
        </pc:sldMkLst>
        <pc:spChg chg="add del mod">
          <ac:chgData name="Sonali Shekhawat" userId="0309683e1721122f" providerId="LiveId" clId="{81579934-A0E3-4E5B-A9C3-621F00061F9F}" dt="2026-03-19T11:05:01.857" v="151" actId="478"/>
          <ac:spMkLst>
            <pc:docMk/>
            <pc:sldMk cId="0" sldId="278"/>
            <ac:spMk id="3" creationId="{00000000-0000-0000-0000-000000000000}"/>
          </ac:spMkLst>
        </pc:spChg>
        <pc:spChg chg="add del">
          <ac:chgData name="Sonali Shekhawat" userId="0309683e1721122f" providerId="LiveId" clId="{81579934-A0E3-4E5B-A9C3-621F00061F9F}" dt="2026-03-19T11:05:06.187" v="152" actId="478"/>
          <ac:spMkLst>
            <pc:docMk/>
            <pc:sldMk cId="0" sldId="278"/>
            <ac:spMk id="4" creationId="{00000000-0000-0000-0000-000000000000}"/>
          </ac:spMkLst>
        </pc:spChg>
        <pc:spChg chg="add del">
          <ac:chgData name="Sonali Shekhawat" userId="0309683e1721122f" providerId="LiveId" clId="{81579934-A0E3-4E5B-A9C3-621F00061F9F}" dt="2026-03-19T11:05:06.187" v="152" actId="478"/>
          <ac:spMkLst>
            <pc:docMk/>
            <pc:sldMk cId="0" sldId="278"/>
            <ac:spMk id="5" creationId="{00000000-0000-0000-0000-000000000000}"/>
          </ac:spMkLst>
        </pc:spChg>
      </pc:sldChg>
      <pc:sldChg chg="addSp delSp modSp mod">
        <pc:chgData name="Sonali Shekhawat" userId="0309683e1721122f" providerId="LiveId" clId="{81579934-A0E3-4E5B-A9C3-621F00061F9F}" dt="2026-03-19T11:06:26.686" v="167" actId="20577"/>
        <pc:sldMkLst>
          <pc:docMk/>
          <pc:sldMk cId="0" sldId="279"/>
        </pc:sldMkLst>
        <pc:spChg chg="mod">
          <ac:chgData name="Sonali Shekhawat" userId="0309683e1721122f" providerId="LiveId" clId="{81579934-A0E3-4E5B-A9C3-621F00061F9F}" dt="2026-03-19T11:06:26.686" v="167" actId="20577"/>
          <ac:spMkLst>
            <pc:docMk/>
            <pc:sldMk cId="0" sldId="279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5:19.708" v="153" actId="478"/>
          <ac:spMkLst>
            <pc:docMk/>
            <pc:sldMk cId="0" sldId="279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5:19.708" v="153" actId="478"/>
          <ac:spMkLst>
            <pc:docMk/>
            <pc:sldMk cId="0" sldId="279"/>
            <ac:spMk id="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6:10.146" v="161" actId="478"/>
          <ac:spMkLst>
            <pc:docMk/>
            <pc:sldMk cId="0" sldId="279"/>
            <ac:spMk id="2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6:08.602" v="160" actId="478"/>
          <ac:spMkLst>
            <pc:docMk/>
            <pc:sldMk cId="0" sldId="279"/>
            <ac:spMk id="2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6:08.602" v="160" actId="478"/>
          <ac:spMkLst>
            <pc:docMk/>
            <pc:sldMk cId="0" sldId="279"/>
            <ac:spMk id="27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6:08.602" v="160" actId="478"/>
          <ac:spMkLst>
            <pc:docMk/>
            <pc:sldMk cId="0" sldId="279"/>
            <ac:spMk id="28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6:08.602" v="160" actId="478"/>
          <ac:spMkLst>
            <pc:docMk/>
            <pc:sldMk cId="0" sldId="279"/>
            <ac:spMk id="29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6:08.602" v="160" actId="478"/>
          <ac:spMkLst>
            <pc:docMk/>
            <pc:sldMk cId="0" sldId="279"/>
            <ac:spMk id="32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6:08.602" v="160" actId="478"/>
          <ac:spMkLst>
            <pc:docMk/>
            <pc:sldMk cId="0" sldId="279"/>
            <ac:spMk id="3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6:08.602" v="160" actId="478"/>
          <ac:spMkLst>
            <pc:docMk/>
            <pc:sldMk cId="0" sldId="279"/>
            <ac:spMk id="3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6:08.602" v="160" actId="478"/>
          <ac:spMkLst>
            <pc:docMk/>
            <pc:sldMk cId="0" sldId="279"/>
            <ac:spMk id="3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6:08.602" v="160" actId="478"/>
          <ac:spMkLst>
            <pc:docMk/>
            <pc:sldMk cId="0" sldId="279"/>
            <ac:spMk id="37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6:08.602" v="160" actId="478"/>
          <ac:spMkLst>
            <pc:docMk/>
            <pc:sldMk cId="0" sldId="279"/>
            <ac:spMk id="39" creationId="{00000000-0000-0000-0000-000000000000}"/>
          </ac:spMkLst>
        </pc:spChg>
        <pc:spChg chg="add del mod">
          <ac:chgData name="Sonali Shekhawat" userId="0309683e1721122f" providerId="LiveId" clId="{81579934-A0E3-4E5B-A9C3-621F00061F9F}" dt="2026-03-19T11:06:02.419" v="159" actId="571"/>
          <ac:spMkLst>
            <pc:docMk/>
            <pc:sldMk cId="0" sldId="279"/>
            <ac:spMk id="42" creationId="{BC0193D4-B7EB-C15F-4C13-128D10E692FC}"/>
          </ac:spMkLst>
        </pc:spChg>
        <pc:spChg chg="add del mod">
          <ac:chgData name="Sonali Shekhawat" userId="0309683e1721122f" providerId="LiveId" clId="{81579934-A0E3-4E5B-A9C3-621F00061F9F}" dt="2026-03-19T11:06:02.419" v="159" actId="571"/>
          <ac:spMkLst>
            <pc:docMk/>
            <pc:sldMk cId="0" sldId="279"/>
            <ac:spMk id="43" creationId="{C2233E19-F63F-267B-2471-72650D574F8A}"/>
          </ac:spMkLst>
        </pc:spChg>
        <pc:spChg chg="add del mod">
          <ac:chgData name="Sonali Shekhawat" userId="0309683e1721122f" providerId="LiveId" clId="{81579934-A0E3-4E5B-A9C3-621F00061F9F}" dt="2026-03-19T11:06:02.419" v="159" actId="571"/>
          <ac:spMkLst>
            <pc:docMk/>
            <pc:sldMk cId="0" sldId="279"/>
            <ac:spMk id="44" creationId="{558F3596-FBC6-91FD-99EF-88DA10EC1AA4}"/>
          </ac:spMkLst>
        </pc:spChg>
        <pc:spChg chg="add del mod">
          <ac:chgData name="Sonali Shekhawat" userId="0309683e1721122f" providerId="LiveId" clId="{81579934-A0E3-4E5B-A9C3-621F00061F9F}" dt="2026-03-19T11:06:02.419" v="159" actId="571"/>
          <ac:spMkLst>
            <pc:docMk/>
            <pc:sldMk cId="0" sldId="279"/>
            <ac:spMk id="45" creationId="{BC639410-1A63-909D-12FC-A8E7D5A0BAAB}"/>
          </ac:spMkLst>
        </pc:spChg>
        <pc:spChg chg="add del mod">
          <ac:chgData name="Sonali Shekhawat" userId="0309683e1721122f" providerId="LiveId" clId="{81579934-A0E3-4E5B-A9C3-621F00061F9F}" dt="2026-03-19T11:06:02.419" v="159" actId="571"/>
          <ac:spMkLst>
            <pc:docMk/>
            <pc:sldMk cId="0" sldId="279"/>
            <ac:spMk id="46" creationId="{464F9EC5-2E83-780E-3389-0E02E42FE538}"/>
          </ac:spMkLst>
        </pc:spChg>
        <pc:spChg chg="add del mod">
          <ac:chgData name="Sonali Shekhawat" userId="0309683e1721122f" providerId="LiveId" clId="{81579934-A0E3-4E5B-A9C3-621F00061F9F}" dt="2026-03-19T11:06:02.419" v="159" actId="571"/>
          <ac:spMkLst>
            <pc:docMk/>
            <pc:sldMk cId="0" sldId="279"/>
            <ac:spMk id="47" creationId="{D21DC08A-637D-FA87-45FC-C0DC6B4394E5}"/>
          </ac:spMkLst>
        </pc:spChg>
        <pc:spChg chg="add del mod">
          <ac:chgData name="Sonali Shekhawat" userId="0309683e1721122f" providerId="LiveId" clId="{81579934-A0E3-4E5B-A9C3-621F00061F9F}" dt="2026-03-19T11:06:02.419" v="159" actId="571"/>
          <ac:spMkLst>
            <pc:docMk/>
            <pc:sldMk cId="0" sldId="279"/>
            <ac:spMk id="48" creationId="{B70ADD67-EBE7-C0FC-C2AA-2327B81D3140}"/>
          </ac:spMkLst>
        </pc:spChg>
        <pc:spChg chg="add del mod">
          <ac:chgData name="Sonali Shekhawat" userId="0309683e1721122f" providerId="LiveId" clId="{81579934-A0E3-4E5B-A9C3-621F00061F9F}" dt="2026-03-19T11:06:02.419" v="159" actId="571"/>
          <ac:spMkLst>
            <pc:docMk/>
            <pc:sldMk cId="0" sldId="279"/>
            <ac:spMk id="52" creationId="{68A08AA8-CAE7-C315-1CDA-4B7C91938872}"/>
          </ac:spMkLst>
        </pc:spChg>
        <pc:spChg chg="add del mod">
          <ac:chgData name="Sonali Shekhawat" userId="0309683e1721122f" providerId="LiveId" clId="{81579934-A0E3-4E5B-A9C3-621F00061F9F}" dt="2026-03-19T11:06:02.419" v="159" actId="571"/>
          <ac:spMkLst>
            <pc:docMk/>
            <pc:sldMk cId="0" sldId="279"/>
            <ac:spMk id="53" creationId="{49D3DCED-15EC-B479-D336-83DDA8EB9780}"/>
          </ac:spMkLst>
        </pc:spChg>
        <pc:spChg chg="add del mod">
          <ac:chgData name="Sonali Shekhawat" userId="0309683e1721122f" providerId="LiveId" clId="{81579934-A0E3-4E5B-A9C3-621F00061F9F}" dt="2026-03-19T11:06:02.419" v="159" actId="571"/>
          <ac:spMkLst>
            <pc:docMk/>
            <pc:sldMk cId="0" sldId="279"/>
            <ac:spMk id="56" creationId="{FEE1D4DA-8AFF-14AE-605E-B13EE9E6DFBC}"/>
          </ac:spMkLst>
        </pc:spChg>
      </pc:sldChg>
      <pc:sldChg chg="del">
        <pc:chgData name="Sonali Shekhawat" userId="0309683e1721122f" providerId="LiveId" clId="{81579934-A0E3-4E5B-A9C3-621F00061F9F}" dt="2026-03-19T11:06:33.220" v="168" actId="2696"/>
        <pc:sldMkLst>
          <pc:docMk/>
          <pc:sldMk cId="0" sldId="280"/>
        </pc:sldMkLst>
      </pc:sldChg>
      <pc:sldChg chg="delSp modSp mod">
        <pc:chgData name="Sonali Shekhawat" userId="0309683e1721122f" providerId="LiveId" clId="{81579934-A0E3-4E5B-A9C3-621F00061F9F}" dt="2026-03-19T11:06:42.089" v="172" actId="478"/>
        <pc:sldMkLst>
          <pc:docMk/>
          <pc:sldMk cId="0" sldId="281"/>
        </pc:sldMkLst>
        <pc:spChg chg="mod">
          <ac:chgData name="Sonali Shekhawat" userId="0309683e1721122f" providerId="LiveId" clId="{81579934-A0E3-4E5B-A9C3-621F00061F9F}" dt="2026-03-19T11:06:37.449" v="171" actId="20577"/>
          <ac:spMkLst>
            <pc:docMk/>
            <pc:sldMk cId="0" sldId="281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6:42.089" v="172" actId="478"/>
          <ac:spMkLst>
            <pc:docMk/>
            <pc:sldMk cId="0" sldId="281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6:42.089" v="172" actId="478"/>
          <ac:spMkLst>
            <pc:docMk/>
            <pc:sldMk cId="0" sldId="281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1:06:51.768" v="176" actId="478"/>
        <pc:sldMkLst>
          <pc:docMk/>
          <pc:sldMk cId="0" sldId="282"/>
        </pc:sldMkLst>
        <pc:spChg chg="mod">
          <ac:chgData name="Sonali Shekhawat" userId="0309683e1721122f" providerId="LiveId" clId="{81579934-A0E3-4E5B-A9C3-621F00061F9F}" dt="2026-03-19T11:06:46.814" v="175" actId="20577"/>
          <ac:spMkLst>
            <pc:docMk/>
            <pc:sldMk cId="0" sldId="282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6:51.768" v="176" actId="478"/>
          <ac:spMkLst>
            <pc:docMk/>
            <pc:sldMk cId="0" sldId="282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6:51.768" v="176" actId="478"/>
          <ac:spMkLst>
            <pc:docMk/>
            <pc:sldMk cId="0" sldId="282"/>
            <ac:spMk id="5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1:07:00.713" v="178" actId="478"/>
        <pc:sldMkLst>
          <pc:docMk/>
          <pc:sldMk cId="0" sldId="283"/>
        </pc:sldMkLst>
        <pc:spChg chg="del">
          <ac:chgData name="Sonali Shekhawat" userId="0309683e1721122f" providerId="LiveId" clId="{81579934-A0E3-4E5B-A9C3-621F00061F9F}" dt="2026-03-19T11:06:57.306" v="177" actId="478"/>
          <ac:spMkLst>
            <pc:docMk/>
            <pc:sldMk cId="0" sldId="283"/>
            <ac:spMk id="21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6:57.306" v="177" actId="478"/>
          <ac:spMkLst>
            <pc:docMk/>
            <pc:sldMk cId="0" sldId="283"/>
            <ac:spMk id="22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1:07:00.713" v="178" actId="478"/>
          <ac:spMkLst>
            <pc:docMk/>
            <pc:sldMk cId="0" sldId="283"/>
            <ac:spMk id="2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2342"/>
                </a:solidFill>
                <a:latin typeface="Arial"/>
              </a:rPr>
              <a:t>Average Temperature (°C) — Top 10 Warming Cities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Annual Temperature (°C)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A7-485E-87D7-4AF1C72EE65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0A7-485E-87D7-4AF1C72EE65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0A7-485E-87D7-4AF1C72EE658}"/>
              </c:ext>
            </c:extLst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0A7-485E-87D7-4AF1C72EE658}"/>
              </c:ext>
            </c:extLst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0A7-485E-87D7-4AF1C72EE658}"/>
              </c:ext>
            </c:extLst>
          </c:dPt>
          <c:dPt>
            <c:idx val="5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0A7-485E-87D7-4AF1C72EE658}"/>
              </c:ext>
            </c:extLst>
          </c:dPt>
          <c:dPt>
            <c:idx val="6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0A7-485E-87D7-4AF1C72EE658}"/>
              </c:ext>
            </c:extLst>
          </c:dPt>
          <c:dPt>
            <c:idx val="7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0A7-485E-87D7-4AF1C72EE658}"/>
              </c:ext>
            </c:extLst>
          </c:dPt>
          <c:dPt>
            <c:idx val="8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0A7-485E-87D7-4AF1C72EE658}"/>
              </c:ext>
            </c:extLst>
          </c:dPt>
          <c:dPt>
            <c:idx val="9"/>
            <c:invertIfNegative val="0"/>
            <c:bubble3D val="0"/>
            <c:spPr>
              <a:solidFill>
                <a:srgbClr val="26465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0A7-485E-87D7-4AF1C72EE65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Avadi</c:v>
                </c:pt>
                <c:pt idx="1">
                  <c:v>Ambattur</c:v>
                </c:pt>
                <c:pt idx="2">
                  <c:v>Alandur</c:v>
                </c:pt>
                <c:pt idx="3">
                  <c:v>Bhimavaram</c:v>
                </c:pt>
                <c:pt idx="4">
                  <c:v>Ambur</c:v>
                </c:pt>
                <c:pt idx="5">
                  <c:v>Bellary</c:v>
                </c:pt>
                <c:pt idx="6">
                  <c:v>Adoni</c:v>
                </c:pt>
                <c:pt idx="7">
                  <c:v>Bobo Dioulasso</c:v>
                </c:pt>
                <c:pt idx="8">
                  <c:v>Berbera</c:v>
                </c:pt>
                <c:pt idx="9">
                  <c:v>Bama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27.2</c:v>
                </c:pt>
                <c:pt idx="1">
                  <c:v>27.2</c:v>
                </c:pt>
                <c:pt idx="2">
                  <c:v>27.1</c:v>
                </c:pt>
                <c:pt idx="3">
                  <c:v>26.8</c:v>
                </c:pt>
                <c:pt idx="4">
                  <c:v>26.7</c:v>
                </c:pt>
                <c:pt idx="5">
                  <c:v>26.6</c:v>
                </c:pt>
                <c:pt idx="6">
                  <c:v>26.5</c:v>
                </c:pt>
                <c:pt idx="7">
                  <c:v>26.3</c:v>
                </c:pt>
                <c:pt idx="8">
                  <c:v>25.9</c:v>
                </c:pt>
                <c:pt idx="9">
                  <c:v>25.6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0A7-485E-87D7-4AF1C72EE6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24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2342"/>
                </a:solidFill>
                <a:latin typeface="Arial"/>
              </a:rPr>
              <a:t>Global Average Temperature Trend (1753–2013) — Cleaned Dataset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Avg Temp (°C)</c:v>
                </c:pt>
              </c:strCache>
            </c:strRef>
          </c:tx>
          <c:spPr>
            <a:ln w="254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Sheet1!$A$2:$A$54</c:f>
              <c:strCache>
                <c:ptCount val="53"/>
                <c:pt idx="0">
                  <c:v>1753</c:v>
                </c:pt>
                <c:pt idx="1">
                  <c:v>1758</c:v>
                </c:pt>
                <c:pt idx="2">
                  <c:v>1763</c:v>
                </c:pt>
                <c:pt idx="3">
                  <c:v>1768</c:v>
                </c:pt>
                <c:pt idx="4">
                  <c:v>1773</c:v>
                </c:pt>
                <c:pt idx="5">
                  <c:v>1778</c:v>
                </c:pt>
                <c:pt idx="6">
                  <c:v>1783</c:v>
                </c:pt>
                <c:pt idx="7">
                  <c:v>1788</c:v>
                </c:pt>
                <c:pt idx="8">
                  <c:v>1793</c:v>
                </c:pt>
                <c:pt idx="9">
                  <c:v>1798</c:v>
                </c:pt>
                <c:pt idx="10">
                  <c:v>1803</c:v>
                </c:pt>
                <c:pt idx="11">
                  <c:v>1808</c:v>
                </c:pt>
                <c:pt idx="12">
                  <c:v>1813</c:v>
                </c:pt>
                <c:pt idx="13">
                  <c:v>1818</c:v>
                </c:pt>
                <c:pt idx="14">
                  <c:v>1823</c:v>
                </c:pt>
                <c:pt idx="15">
                  <c:v>1828</c:v>
                </c:pt>
                <c:pt idx="16">
                  <c:v>1833</c:v>
                </c:pt>
                <c:pt idx="17">
                  <c:v>1838</c:v>
                </c:pt>
                <c:pt idx="18">
                  <c:v>1843</c:v>
                </c:pt>
                <c:pt idx="19">
                  <c:v>1848</c:v>
                </c:pt>
                <c:pt idx="20">
                  <c:v>1853</c:v>
                </c:pt>
                <c:pt idx="21">
                  <c:v>1858</c:v>
                </c:pt>
                <c:pt idx="22">
                  <c:v>1863</c:v>
                </c:pt>
                <c:pt idx="23">
                  <c:v>1868</c:v>
                </c:pt>
                <c:pt idx="24">
                  <c:v>1873</c:v>
                </c:pt>
                <c:pt idx="25">
                  <c:v>1878</c:v>
                </c:pt>
                <c:pt idx="26">
                  <c:v>1883</c:v>
                </c:pt>
                <c:pt idx="27">
                  <c:v>1888</c:v>
                </c:pt>
                <c:pt idx="28">
                  <c:v>1893</c:v>
                </c:pt>
                <c:pt idx="29">
                  <c:v>1898</c:v>
                </c:pt>
                <c:pt idx="30">
                  <c:v>1903</c:v>
                </c:pt>
                <c:pt idx="31">
                  <c:v>1908</c:v>
                </c:pt>
                <c:pt idx="32">
                  <c:v>1913</c:v>
                </c:pt>
                <c:pt idx="33">
                  <c:v>1918</c:v>
                </c:pt>
                <c:pt idx="34">
                  <c:v>1923</c:v>
                </c:pt>
                <c:pt idx="35">
                  <c:v>1928</c:v>
                </c:pt>
                <c:pt idx="36">
                  <c:v>1933</c:v>
                </c:pt>
                <c:pt idx="37">
                  <c:v>1938</c:v>
                </c:pt>
                <c:pt idx="38">
                  <c:v>1943</c:v>
                </c:pt>
                <c:pt idx="39">
                  <c:v>1948</c:v>
                </c:pt>
                <c:pt idx="40">
                  <c:v>1953</c:v>
                </c:pt>
                <c:pt idx="41">
                  <c:v>1958</c:v>
                </c:pt>
                <c:pt idx="42">
                  <c:v>1963</c:v>
                </c:pt>
                <c:pt idx="43">
                  <c:v>1968</c:v>
                </c:pt>
                <c:pt idx="44">
                  <c:v>1973</c:v>
                </c:pt>
                <c:pt idx="45">
                  <c:v>1978</c:v>
                </c:pt>
                <c:pt idx="46">
                  <c:v>1983</c:v>
                </c:pt>
                <c:pt idx="47">
                  <c:v>1988</c:v>
                </c:pt>
                <c:pt idx="48">
                  <c:v>1993</c:v>
                </c:pt>
                <c:pt idx="49">
                  <c:v>1998</c:v>
                </c:pt>
                <c:pt idx="50">
                  <c:v>2003</c:v>
                </c:pt>
                <c:pt idx="51">
                  <c:v>2008</c:v>
                </c:pt>
                <c:pt idx="52">
                  <c:v>2013</c:v>
                </c:pt>
              </c:strCache>
            </c:strRef>
          </c:cat>
          <c:val>
            <c:numRef>
              <c:f>Sheet1!$B$2:$B$54</c:f>
              <c:numCache>
                <c:formatCode>General</c:formatCode>
                <c:ptCount val="53"/>
                <c:pt idx="0">
                  <c:v>14.62</c:v>
                </c:pt>
                <c:pt idx="1">
                  <c:v>14.86</c:v>
                </c:pt>
                <c:pt idx="2">
                  <c:v>15.39</c:v>
                </c:pt>
                <c:pt idx="3">
                  <c:v>15.25</c:v>
                </c:pt>
                <c:pt idx="4">
                  <c:v>14.73</c:v>
                </c:pt>
                <c:pt idx="5">
                  <c:v>14.83</c:v>
                </c:pt>
                <c:pt idx="6">
                  <c:v>15.38</c:v>
                </c:pt>
                <c:pt idx="7">
                  <c:v>15.4</c:v>
                </c:pt>
                <c:pt idx="8">
                  <c:v>14.87</c:v>
                </c:pt>
                <c:pt idx="9">
                  <c:v>14.81</c:v>
                </c:pt>
                <c:pt idx="10">
                  <c:v>15.36</c:v>
                </c:pt>
                <c:pt idx="11">
                  <c:v>15.52</c:v>
                </c:pt>
                <c:pt idx="12">
                  <c:v>15.02</c:v>
                </c:pt>
                <c:pt idx="13">
                  <c:v>14.82</c:v>
                </c:pt>
                <c:pt idx="14">
                  <c:v>15.31</c:v>
                </c:pt>
                <c:pt idx="15">
                  <c:v>15.62</c:v>
                </c:pt>
                <c:pt idx="16">
                  <c:v>15.19</c:v>
                </c:pt>
                <c:pt idx="17">
                  <c:v>14.86</c:v>
                </c:pt>
                <c:pt idx="18">
                  <c:v>15.26</c:v>
                </c:pt>
                <c:pt idx="19">
                  <c:v>15.68</c:v>
                </c:pt>
                <c:pt idx="20">
                  <c:v>15.36</c:v>
                </c:pt>
                <c:pt idx="21">
                  <c:v>14.93</c:v>
                </c:pt>
                <c:pt idx="22">
                  <c:v>15.21</c:v>
                </c:pt>
                <c:pt idx="23">
                  <c:v>15.72</c:v>
                </c:pt>
                <c:pt idx="24">
                  <c:v>15.53</c:v>
                </c:pt>
                <c:pt idx="25">
                  <c:v>15.03</c:v>
                </c:pt>
                <c:pt idx="26">
                  <c:v>15.17</c:v>
                </c:pt>
                <c:pt idx="27">
                  <c:v>15.72</c:v>
                </c:pt>
                <c:pt idx="28">
                  <c:v>15.69</c:v>
                </c:pt>
                <c:pt idx="29">
                  <c:v>15.16</c:v>
                </c:pt>
                <c:pt idx="30">
                  <c:v>15.14</c:v>
                </c:pt>
                <c:pt idx="31">
                  <c:v>15.7</c:v>
                </c:pt>
                <c:pt idx="32">
                  <c:v>15.82</c:v>
                </c:pt>
                <c:pt idx="33">
                  <c:v>15.31</c:v>
                </c:pt>
                <c:pt idx="34">
                  <c:v>15.14</c:v>
                </c:pt>
                <c:pt idx="35">
                  <c:v>15.66</c:v>
                </c:pt>
                <c:pt idx="36">
                  <c:v>15.92</c:v>
                </c:pt>
                <c:pt idx="37">
                  <c:v>15.47</c:v>
                </c:pt>
                <c:pt idx="38">
                  <c:v>15.17</c:v>
                </c:pt>
                <c:pt idx="39">
                  <c:v>15.61</c:v>
                </c:pt>
                <c:pt idx="40">
                  <c:v>16</c:v>
                </c:pt>
                <c:pt idx="41">
                  <c:v>15.65</c:v>
                </c:pt>
                <c:pt idx="42">
                  <c:v>15.23</c:v>
                </c:pt>
                <c:pt idx="43">
                  <c:v>15.56</c:v>
                </c:pt>
                <c:pt idx="44">
                  <c:v>16.04</c:v>
                </c:pt>
                <c:pt idx="45">
                  <c:v>15.82</c:v>
                </c:pt>
                <c:pt idx="46">
                  <c:v>15.33</c:v>
                </c:pt>
                <c:pt idx="47">
                  <c:v>15.51</c:v>
                </c:pt>
                <c:pt idx="48">
                  <c:v>16.059999999999999</c:v>
                </c:pt>
                <c:pt idx="49">
                  <c:v>15.98</c:v>
                </c:pt>
                <c:pt idx="50">
                  <c:v>15.45</c:v>
                </c:pt>
                <c:pt idx="51">
                  <c:v>15.48</c:v>
                </c:pt>
                <c:pt idx="52">
                  <c:v>16.04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741-4E32-A156-B40B69F38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.5"/>
          <c:min val="13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2342"/>
                </a:solidFill>
                <a:latin typeface="Arial"/>
              </a:rPr>
              <a:t>Dataset Distribution by Global Region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Records by Region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E46-4865-9054-32417E5413B6}"/>
              </c:ext>
            </c:extLst>
          </c:dPt>
          <c:dPt>
            <c:idx val="1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E46-4865-9054-32417E5413B6}"/>
              </c:ext>
            </c:extLst>
          </c:dPt>
          <c:dPt>
            <c:idx val="2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E46-4865-9054-32417E5413B6}"/>
              </c:ext>
            </c:extLst>
          </c:dPt>
          <c:dPt>
            <c:idx val="3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E46-4865-9054-32417E5413B6}"/>
              </c:ext>
            </c:extLst>
          </c:dPt>
          <c:dPt>
            <c:idx val="4"/>
            <c:bubble3D val="0"/>
            <c:spPr>
              <a:solidFill>
                <a:srgbClr val="26465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E46-4865-9054-32417E5413B6}"/>
              </c:ext>
            </c:extLst>
          </c:dPt>
          <c:dPt>
            <c:idx val="5"/>
            <c:bubble3D val="0"/>
            <c:spPr>
              <a:solidFill>
                <a:srgbClr val="A8DA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E46-4865-9054-32417E5413B6}"/>
              </c:ext>
            </c:extLst>
          </c:dPt>
          <c:dPt>
            <c:idx val="6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E46-4865-9054-32417E5413B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E46-4865-9054-32417E5413B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E46-4865-9054-32417E5413B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46-4865-9054-32417E5413B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E46-4865-9054-32417E5413B6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E46-4865-9054-32417E5413B6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E46-4865-9054-32417E5413B6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E46-4865-9054-32417E5413B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South Asia</c:v>
                </c:pt>
                <c:pt idx="1">
                  <c:v>Middle East &amp; N. Africa</c:v>
                </c:pt>
                <c:pt idx="2">
                  <c:v>Europe</c:v>
                </c:pt>
                <c:pt idx="3">
                  <c:v>East Asia</c:v>
                </c:pt>
                <c:pt idx="4">
                  <c:v>Sub-Saharan Africa</c:v>
                </c:pt>
                <c:pt idx="5">
                  <c:v>Americas</c:v>
                </c:pt>
                <c:pt idx="6">
                  <c:v>Oceania &amp; 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</c:v>
                </c:pt>
                <c:pt idx="1">
                  <c:v>18</c:v>
                </c:pt>
                <c:pt idx="2">
                  <c:v>22</c:v>
                </c:pt>
                <c:pt idx="3">
                  <c:v>10</c:v>
                </c:pt>
                <c:pt idx="4">
                  <c:v>8</c:v>
                </c:pt>
                <c:pt idx="5">
                  <c:v>5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E46-4865-9054-32417E5413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2342"/>
                </a:solidFill>
                <a:latin typeface="Arial"/>
              </a:rPr>
              <a:t>Global Decadal Average Temperature (°C) with Linear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Decadal Avg Temp (°C)</c:v>
                </c:pt>
              </c:strCache>
            </c:strRef>
          </c:tx>
          <c:spPr>
            <a:ln w="254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Sheet1!$A$2:$A$28</c:f>
              <c:strCache>
                <c:ptCount val="27"/>
                <c:pt idx="0">
                  <c:v>1750s</c:v>
                </c:pt>
                <c:pt idx="1">
                  <c:v>1760s</c:v>
                </c:pt>
                <c:pt idx="2">
                  <c:v>1770s</c:v>
                </c:pt>
                <c:pt idx="3">
                  <c:v>1780s</c:v>
                </c:pt>
                <c:pt idx="4">
                  <c:v>1790s</c:v>
                </c:pt>
                <c:pt idx="5">
                  <c:v>1800s</c:v>
                </c:pt>
                <c:pt idx="6">
                  <c:v>1810s</c:v>
                </c:pt>
                <c:pt idx="7">
                  <c:v>1820s</c:v>
                </c:pt>
                <c:pt idx="8">
                  <c:v>1830s</c:v>
                </c:pt>
                <c:pt idx="9">
                  <c:v>1840s</c:v>
                </c:pt>
                <c:pt idx="10">
                  <c:v>1850s</c:v>
                </c:pt>
                <c:pt idx="11">
                  <c:v>1860s</c:v>
                </c:pt>
                <c:pt idx="12">
                  <c:v>1870s</c:v>
                </c:pt>
                <c:pt idx="13">
                  <c:v>1880s</c:v>
                </c:pt>
                <c:pt idx="14">
                  <c:v>1890s</c:v>
                </c:pt>
                <c:pt idx="15">
                  <c:v>1900s</c:v>
                </c:pt>
                <c:pt idx="16">
                  <c:v>1910s</c:v>
                </c:pt>
                <c:pt idx="17">
                  <c:v>1920s</c:v>
                </c:pt>
                <c:pt idx="18">
                  <c:v>1930s</c:v>
                </c:pt>
                <c:pt idx="19">
                  <c:v>1940s</c:v>
                </c:pt>
                <c:pt idx="20">
                  <c:v>1950s</c:v>
                </c:pt>
                <c:pt idx="21">
                  <c:v>1960s</c:v>
                </c:pt>
                <c:pt idx="22">
                  <c:v>1970s</c:v>
                </c:pt>
                <c:pt idx="23">
                  <c:v>1980s</c:v>
                </c:pt>
                <c:pt idx="24">
                  <c:v>1990s</c:v>
                </c:pt>
                <c:pt idx="25">
                  <c:v>2000s</c:v>
                </c:pt>
                <c:pt idx="26">
                  <c:v>2010s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14.8</c:v>
                </c:pt>
                <c:pt idx="1">
                  <c:v>14.9</c:v>
                </c:pt>
                <c:pt idx="2">
                  <c:v>14.85</c:v>
                </c:pt>
                <c:pt idx="3">
                  <c:v>14.92</c:v>
                </c:pt>
                <c:pt idx="4">
                  <c:v>14.88</c:v>
                </c:pt>
                <c:pt idx="5">
                  <c:v>14.95</c:v>
                </c:pt>
                <c:pt idx="6">
                  <c:v>14.9</c:v>
                </c:pt>
                <c:pt idx="7">
                  <c:v>14.97</c:v>
                </c:pt>
                <c:pt idx="8">
                  <c:v>15.02</c:v>
                </c:pt>
                <c:pt idx="9">
                  <c:v>15.08</c:v>
                </c:pt>
                <c:pt idx="10">
                  <c:v>15.1</c:v>
                </c:pt>
                <c:pt idx="11">
                  <c:v>15.12</c:v>
                </c:pt>
                <c:pt idx="12">
                  <c:v>15.18</c:v>
                </c:pt>
                <c:pt idx="13">
                  <c:v>15.22</c:v>
                </c:pt>
                <c:pt idx="14">
                  <c:v>15.28</c:v>
                </c:pt>
                <c:pt idx="15">
                  <c:v>15.3</c:v>
                </c:pt>
                <c:pt idx="16">
                  <c:v>15.35</c:v>
                </c:pt>
                <c:pt idx="17">
                  <c:v>15.4</c:v>
                </c:pt>
                <c:pt idx="18">
                  <c:v>15.48</c:v>
                </c:pt>
                <c:pt idx="19">
                  <c:v>15.52</c:v>
                </c:pt>
                <c:pt idx="20">
                  <c:v>15.6</c:v>
                </c:pt>
                <c:pt idx="21">
                  <c:v>15.68</c:v>
                </c:pt>
                <c:pt idx="22">
                  <c:v>15.72</c:v>
                </c:pt>
                <c:pt idx="23">
                  <c:v>15.8</c:v>
                </c:pt>
                <c:pt idx="24">
                  <c:v>15.9</c:v>
                </c:pt>
                <c:pt idx="25">
                  <c:v>15.97</c:v>
                </c:pt>
                <c:pt idx="26">
                  <c:v>16.05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E81-449F-8D7D-62D36E2F71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Linear Trend</c:v>
                </c:pt>
              </c:strCache>
            </c:strRef>
          </c:tx>
          <c:spPr>
            <a:ln w="25400" cap="flat">
              <a:solidFill>
                <a:srgbClr val="E76F5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strRef>
              <c:f>Sheet1!$A$2:$A$28</c:f>
              <c:strCache>
                <c:ptCount val="27"/>
                <c:pt idx="0">
                  <c:v>1750s</c:v>
                </c:pt>
                <c:pt idx="1">
                  <c:v>1760s</c:v>
                </c:pt>
                <c:pt idx="2">
                  <c:v>1770s</c:v>
                </c:pt>
                <c:pt idx="3">
                  <c:v>1780s</c:v>
                </c:pt>
                <c:pt idx="4">
                  <c:v>1790s</c:v>
                </c:pt>
                <c:pt idx="5">
                  <c:v>1800s</c:v>
                </c:pt>
                <c:pt idx="6">
                  <c:v>1810s</c:v>
                </c:pt>
                <c:pt idx="7">
                  <c:v>1820s</c:v>
                </c:pt>
                <c:pt idx="8">
                  <c:v>1830s</c:v>
                </c:pt>
                <c:pt idx="9">
                  <c:v>1840s</c:v>
                </c:pt>
                <c:pt idx="10">
                  <c:v>1850s</c:v>
                </c:pt>
                <c:pt idx="11">
                  <c:v>1860s</c:v>
                </c:pt>
                <c:pt idx="12">
                  <c:v>1870s</c:v>
                </c:pt>
                <c:pt idx="13">
                  <c:v>1880s</c:v>
                </c:pt>
                <c:pt idx="14">
                  <c:v>1890s</c:v>
                </c:pt>
                <c:pt idx="15">
                  <c:v>1900s</c:v>
                </c:pt>
                <c:pt idx="16">
                  <c:v>1910s</c:v>
                </c:pt>
                <c:pt idx="17">
                  <c:v>1920s</c:v>
                </c:pt>
                <c:pt idx="18">
                  <c:v>1930s</c:v>
                </c:pt>
                <c:pt idx="19">
                  <c:v>1940s</c:v>
                </c:pt>
                <c:pt idx="20">
                  <c:v>1950s</c:v>
                </c:pt>
                <c:pt idx="21">
                  <c:v>1960s</c:v>
                </c:pt>
                <c:pt idx="22">
                  <c:v>1970s</c:v>
                </c:pt>
                <c:pt idx="23">
                  <c:v>1980s</c:v>
                </c:pt>
                <c:pt idx="24">
                  <c:v>1990s</c:v>
                </c:pt>
                <c:pt idx="25">
                  <c:v>2000s</c:v>
                </c:pt>
                <c:pt idx="26">
                  <c:v>2010s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14.8</c:v>
                </c:pt>
                <c:pt idx="1">
                  <c:v>14.848000000000001</c:v>
                </c:pt>
                <c:pt idx="2">
                  <c:v>14.896000000000001</c:v>
                </c:pt>
                <c:pt idx="3">
                  <c:v>14.944000000000001</c:v>
                </c:pt>
                <c:pt idx="4">
                  <c:v>14.992000000000001</c:v>
                </c:pt>
                <c:pt idx="5">
                  <c:v>15.04</c:v>
                </c:pt>
                <c:pt idx="6">
                  <c:v>15.087999999999999</c:v>
                </c:pt>
                <c:pt idx="7">
                  <c:v>15.135999999999999</c:v>
                </c:pt>
                <c:pt idx="8">
                  <c:v>15.183999999999999</c:v>
                </c:pt>
                <c:pt idx="9">
                  <c:v>15.231999999999999</c:v>
                </c:pt>
                <c:pt idx="10">
                  <c:v>15.28</c:v>
                </c:pt>
                <c:pt idx="11">
                  <c:v>15.327999999999999</c:v>
                </c:pt>
                <c:pt idx="12">
                  <c:v>15.375999999999999</c:v>
                </c:pt>
                <c:pt idx="13">
                  <c:v>15.423999999999999</c:v>
                </c:pt>
                <c:pt idx="14">
                  <c:v>15.472</c:v>
                </c:pt>
                <c:pt idx="15">
                  <c:v>15.52</c:v>
                </c:pt>
                <c:pt idx="16">
                  <c:v>15.568</c:v>
                </c:pt>
                <c:pt idx="17">
                  <c:v>15.616</c:v>
                </c:pt>
                <c:pt idx="18">
                  <c:v>15.664</c:v>
                </c:pt>
                <c:pt idx="19">
                  <c:v>15.712</c:v>
                </c:pt>
                <c:pt idx="20">
                  <c:v>15.76</c:v>
                </c:pt>
                <c:pt idx="21">
                  <c:v>15.808</c:v>
                </c:pt>
                <c:pt idx="22">
                  <c:v>15.856</c:v>
                </c:pt>
                <c:pt idx="23">
                  <c:v>15.904</c:v>
                </c:pt>
                <c:pt idx="24">
                  <c:v>15.952</c:v>
                </c:pt>
                <c:pt idx="25">
                  <c:v>16</c:v>
                </c:pt>
                <c:pt idx="26">
                  <c:v>16.047999999999998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E81-449F-8D7D-62D36E2F71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.5"/>
          <c:min val="14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2342"/>
                </a:solidFill>
                <a:latin typeface="Arial"/>
              </a:rPr>
              <a:t>Avg Temperature (°C) by Region — Three Eras Compared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1800–1850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South Asia</c:v>
                </c:pt>
                <c:pt idx="1">
                  <c:v>Middle East</c:v>
                </c:pt>
                <c:pt idx="2">
                  <c:v>Europe</c:v>
                </c:pt>
                <c:pt idx="3">
                  <c:v>East Asia</c:v>
                </c:pt>
                <c:pt idx="4">
                  <c:v>Africa</c:v>
                </c:pt>
                <c:pt idx="5">
                  <c:v>Americas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25.8</c:v>
                </c:pt>
                <c:pt idx="1">
                  <c:v>22.4</c:v>
                </c:pt>
                <c:pt idx="2">
                  <c:v>8.6</c:v>
                </c:pt>
                <c:pt idx="3">
                  <c:v>12.2</c:v>
                </c:pt>
                <c:pt idx="4">
                  <c:v>21</c:v>
                </c:pt>
                <c:pt idx="5">
                  <c:v>14.5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76-49F3-AFA1-38E4B15A9C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1950–2000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South Asia</c:v>
                </c:pt>
                <c:pt idx="1">
                  <c:v>Middle East</c:v>
                </c:pt>
                <c:pt idx="2">
                  <c:v>Europe</c:v>
                </c:pt>
                <c:pt idx="3">
                  <c:v>East Asia</c:v>
                </c:pt>
                <c:pt idx="4">
                  <c:v>Africa</c:v>
                </c:pt>
                <c:pt idx="5">
                  <c:v>Americas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27.1</c:v>
                </c:pt>
                <c:pt idx="1">
                  <c:v>24.8</c:v>
                </c:pt>
                <c:pt idx="2">
                  <c:v>9.8000000000000007</c:v>
                </c:pt>
                <c:pt idx="3">
                  <c:v>13.5</c:v>
                </c:pt>
                <c:pt idx="4">
                  <c:v>22.6</c:v>
                </c:pt>
                <c:pt idx="5">
                  <c:v>15.8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76-49F3-AFA1-38E4B15A9C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2000–2013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South Asia</c:v>
                </c:pt>
                <c:pt idx="1">
                  <c:v>Middle East</c:v>
                </c:pt>
                <c:pt idx="2">
                  <c:v>Europe</c:v>
                </c:pt>
                <c:pt idx="3">
                  <c:v>East Asia</c:v>
                </c:pt>
                <c:pt idx="4">
                  <c:v>Africa</c:v>
                </c:pt>
                <c:pt idx="5">
                  <c:v>Americas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27.6</c:v>
                </c:pt>
                <c:pt idx="1">
                  <c:v>25.9</c:v>
                </c:pt>
                <c:pt idx="2">
                  <c:v>10.5</c:v>
                </c:pt>
                <c:pt idx="3">
                  <c:v>14.2</c:v>
                </c:pt>
                <c:pt idx="4">
                  <c:v>23.1</c:v>
                </c:pt>
                <c:pt idx="5">
                  <c:v>16.5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76-49F3-AFA1-38E4B15A9C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2342"/>
                </a:solidFill>
                <a:latin typeface="Arial"/>
              </a:rPr>
              <a:t>Measurement Uncertainty vs. Record Coverage Over Time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Temp Uncertainty (°C)</c:v>
                </c:pt>
              </c:strCache>
            </c:strRef>
          </c:tx>
          <c:spPr>
            <a:ln w="25400" cap="flat">
              <a:solidFill>
                <a:srgbClr val="E76F5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1750</c:v>
                </c:pt>
                <c:pt idx="1">
                  <c:v>1775</c:v>
                </c:pt>
                <c:pt idx="2">
                  <c:v>1800</c:v>
                </c:pt>
                <c:pt idx="3">
                  <c:v>1825</c:v>
                </c:pt>
                <c:pt idx="4">
                  <c:v>1850</c:v>
                </c:pt>
                <c:pt idx="5">
                  <c:v>1875</c:v>
                </c:pt>
                <c:pt idx="6">
                  <c:v>1900</c:v>
                </c:pt>
                <c:pt idx="7">
                  <c:v>1925</c:v>
                </c:pt>
                <c:pt idx="8">
                  <c:v>1950</c:v>
                </c:pt>
                <c:pt idx="9">
                  <c:v>1975</c:v>
                </c:pt>
                <c:pt idx="10">
                  <c:v>2000</c:v>
                </c:pt>
                <c:pt idx="11">
                  <c:v>2013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2.5</c:v>
                </c:pt>
                <c:pt idx="1">
                  <c:v>2.2999999999999998</c:v>
                </c:pt>
                <c:pt idx="2">
                  <c:v>2</c:v>
                </c:pt>
                <c:pt idx="3">
                  <c:v>1.8</c:v>
                </c:pt>
                <c:pt idx="4">
                  <c:v>1.5</c:v>
                </c:pt>
                <c:pt idx="5">
                  <c:v>1.2</c:v>
                </c:pt>
                <c:pt idx="6">
                  <c:v>0.9</c:v>
                </c:pt>
                <c:pt idx="7">
                  <c:v>0.7</c:v>
                </c:pt>
                <c:pt idx="8">
                  <c:v>0.5</c:v>
                </c:pt>
                <c:pt idx="9">
                  <c:v>0.4</c:v>
                </c:pt>
                <c:pt idx="10">
                  <c:v>0.3</c:v>
                </c:pt>
                <c:pt idx="11">
                  <c:v>0.28000000000000003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587-4BE0-92BF-FD8019FD7E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Records Count (Thousands)</c:v>
                </c:pt>
              </c:strCache>
            </c:strRef>
          </c:tx>
          <c:spPr>
            <a:ln w="254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1750</c:v>
                </c:pt>
                <c:pt idx="1">
                  <c:v>1775</c:v>
                </c:pt>
                <c:pt idx="2">
                  <c:v>1800</c:v>
                </c:pt>
                <c:pt idx="3">
                  <c:v>1825</c:v>
                </c:pt>
                <c:pt idx="4">
                  <c:v>1850</c:v>
                </c:pt>
                <c:pt idx="5">
                  <c:v>1875</c:v>
                </c:pt>
                <c:pt idx="6">
                  <c:v>1900</c:v>
                </c:pt>
                <c:pt idx="7">
                  <c:v>1925</c:v>
                </c:pt>
                <c:pt idx="8">
                  <c:v>1950</c:v>
                </c:pt>
                <c:pt idx="9">
                  <c:v>1975</c:v>
                </c:pt>
                <c:pt idx="10">
                  <c:v>2000</c:v>
                </c:pt>
                <c:pt idx="11">
                  <c:v>2013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1.2</c:v>
                </c:pt>
                <c:pt idx="1">
                  <c:v>3.5</c:v>
                </c:pt>
                <c:pt idx="2">
                  <c:v>8.1999999999999993</c:v>
                </c:pt>
                <c:pt idx="3">
                  <c:v>14.5</c:v>
                </c:pt>
                <c:pt idx="4">
                  <c:v>22.8</c:v>
                </c:pt>
                <c:pt idx="5">
                  <c:v>38.4</c:v>
                </c:pt>
                <c:pt idx="6">
                  <c:v>62.5</c:v>
                </c:pt>
                <c:pt idx="7">
                  <c:v>85.3</c:v>
                </c:pt>
                <c:pt idx="8">
                  <c:v>110.2</c:v>
                </c:pt>
                <c:pt idx="9">
                  <c:v>145.6</c:v>
                </c:pt>
                <c:pt idx="10">
                  <c:v>180.4</c:v>
                </c:pt>
                <c:pt idx="11">
                  <c:v>195.8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587-4BE0-92BF-FD8019FD7E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9455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CLIMATE CHANGE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DASHBOARD REPORT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0" y="2468880"/>
            <a:ext cx="2743200" cy="3657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517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1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Multi-Dimensional Study of Temperature Trends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D1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Mid-18th Century through the Early 21st Century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Table of Contents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457200" cy="8046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9418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68680"/>
            <a:ext cx="457200" cy="8046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9418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82880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828800"/>
            <a:ext cx="457200" cy="8046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011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19019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Summary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82880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828800"/>
            <a:ext cx="457200" cy="8046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011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19019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Transformation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78892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788920"/>
            <a:ext cx="457200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2971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28620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Business Questions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78892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788920"/>
            <a:ext cx="457200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971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03520" y="28620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74904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749040"/>
            <a:ext cx="457200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3931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4400" y="38221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Deep Dive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74904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749040"/>
            <a:ext cx="457200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3931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03520" y="38221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Insights, Recommendations &amp; Conclusion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Introduction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41248"/>
            <a:ext cx="64008" cy="8046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91440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is one of the most pressing global challenges of our era. Rising temperatures affect agriculture, public health, sea levels, and economic stability across every continent.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801368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01368"/>
            <a:ext cx="64008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92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Context: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187452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uses a global temperature dataset spanning from 1743 to 2013+, containing monthly average temperatures for thousands of cities worldwide, organized by country and geographic coordinates.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761488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61488"/>
            <a:ext cx="64008" cy="8046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7400" y="283464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historical temperature trends enables governments, businesses, and researchers to make data-informed decisions about climate adaptation, infrastructure planning, and policy development.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721608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721608"/>
            <a:ext cx="64008" cy="80467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13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57400" y="379476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focuses on identifying temperature patterns, regional hotspots (especially South Asia &amp; Middle East), anomalies, and deriving actionable insights through interactive dashboards.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Overview — Climate Science &amp; Data Analytics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41248"/>
            <a:ext cx="64008" cy="1170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91440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Science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225296"/>
            <a:ext cx="39044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of long-term patterns in Earth's atmosphere, oceans, and land surfaces. Key metrics include average temperature, temperature anomalies, and geographic variation.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167128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67128"/>
            <a:ext cx="64008" cy="1170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224028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Anomaly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2551176"/>
            <a:ext cx="39044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deviation of a recorded temperature from a long-term baseline average. Positive anomalies indicate warmer-than-usual conditions — a primary signal of climate change.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493008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93008"/>
            <a:ext cx="64008" cy="1170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356616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Heat Island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" y="3877056"/>
            <a:ext cx="39044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tend to be warmer than surrounding rural areas due to human activity, infrastructure, and reduced vegetation — creating "heat islands" that skew regional data.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841248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841248"/>
            <a:ext cx="64008" cy="1170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4828032" y="91440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1225296"/>
            <a:ext cx="39044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Temperature (°C), Uncertainty Range, City Name, Country, Latitude, Longitude, Year/Month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167128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167128"/>
            <a:ext cx="64008" cy="1170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224028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Baseline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28032" y="2551176"/>
            <a:ext cx="39044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Pre-industrial global average temperature was approximately 13.8°C. Current averages are ~1.1°C above this baseline (IPCC).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493008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493008"/>
            <a:ext cx="64008" cy="1170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356616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28032" y="3877056"/>
            <a:ext cx="39044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spans 270+ years (1743–2013) across 3,000+ global cities, making it one of the most comprehensive historical climate records available.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 Problem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8412480" cy="896112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261872"/>
            <a:ext cx="8046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vast amounts of available climate data, decision-makers lack a consolidated, visual, and historically grounded understanding of temperature trends, regional disparities, and data quality issues — limiting effective climate response planning.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304288"/>
            <a:ext cx="41605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04288"/>
            <a:ext cx="64008" cy="9601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23774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Quality Gaps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" y="268833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unknown locations and significant outliers (e.g., 200K spike in 2003) undermine analytical reliability and forecasting accuracy.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2304288"/>
            <a:ext cx="41605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304288"/>
            <a:ext cx="64008" cy="9601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873752" y="23774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 Regional Imbalance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73752" y="268833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heavily weighted toward South Asian cities, creating coverage gaps for Africa, the Americas, and Central Asia.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419856"/>
            <a:ext cx="41605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419856"/>
            <a:ext cx="64008" cy="9601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34930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Trend Obscurity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" y="380390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proper visualization and cleaning, the true long-term temperature trend of +0.5–1.0°C over 200 years is hidden by noise and anomalies.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3419856"/>
            <a:ext cx="41605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419856"/>
            <a:ext cx="64008" cy="9601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3" name="Text 21"/>
          <p:cNvSpPr/>
          <p:nvPr/>
        </p:nvSpPr>
        <p:spPr>
          <a:xfrm>
            <a:off x="4873752" y="34930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Measurement Inconsistency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73752" y="380390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mismatches in the 'Top Warming Cities' bar chart (axis: 0–30, data labels: 63,000+) indicate potential data aggregation errors.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 Objectives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2788920" cy="39136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04672"/>
            <a:ext cx="278892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841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BUSINESS GOAL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14447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Climate Intelligence for Decision-Makers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" y="2148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unified view of global temperature trends from 1743 to present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" y="28072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top warming cities and most climate-vulnerable regions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" y="346557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urban planning, resource allocation, and risk assessment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27248" y="804672"/>
            <a:ext cx="2788920" cy="39136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27248" y="804672"/>
            <a:ext cx="278892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841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END GOAL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18688" y="14447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Actionable Analytics Dashboard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36976" y="2148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clean, reliable temperature datasets ready for downstream use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36976" y="28072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interactive Tableau dashboard with drill-down capabilities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36976" y="346557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clear visualizations: trends, maps, rankings, scatter plots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71616" y="804672"/>
            <a:ext cx="2788920" cy="39136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804672"/>
            <a:ext cx="278892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144768" y="841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ANALYTICAL GOAL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63056" y="14447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Data Integrity &amp; Statistical Accuracy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81344" y="2148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resolve outliers, missing values, and unit inconsistencies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81344" y="28072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geographic coordinates against known city locations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81344" y="346557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standardized units and baseline comparisons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Overview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01168" y="804672"/>
            <a:ext cx="1572768" cy="100584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" y="9418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8.6M+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01168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56816" y="804672"/>
            <a:ext cx="1572768" cy="100584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56816" y="9418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956816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12464" y="804672"/>
            <a:ext cx="1572768" cy="100584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12464" y="9418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12464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68112" y="804672"/>
            <a:ext cx="1572768" cy="1005840"/>
          </a:xfrm>
          <a:prstGeom prst="rect">
            <a:avLst/>
          </a:prstGeom>
          <a:solidFill>
            <a:srgbClr val="E9C46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68112" y="9418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68112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23760" y="804672"/>
            <a:ext cx="1572768" cy="1005840"/>
          </a:xfrm>
          <a:prstGeom prst="rect">
            <a:avLst/>
          </a:prstGeom>
          <a:solidFill>
            <a:srgbClr val="E76F5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0" y="9418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223760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1993392"/>
            <a:ext cx="4160520" cy="2724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2084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Data Structure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23160"/>
          <a:ext cx="3886200" cy="22402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Year-Month of measurement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Temperature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avg temp (°C)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Temp Uncertainty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error range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Latitude / Longitude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coordinates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4663440" y="1993392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663440" y="1993392"/>
            <a:ext cx="64008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3"/>
          <p:cNvSpPr/>
          <p:nvPr/>
        </p:nvSpPr>
        <p:spPr>
          <a:xfrm>
            <a:off x="4828032" y="2066544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28032" y="2377440"/>
            <a:ext cx="3904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Berkeley Earth Surface Temperature (BEST) project — a peer-reviewed open-source climate dataset widely used in academic and policy research.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663440" y="2907792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663440" y="2907792"/>
            <a:ext cx="64008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7"/>
          <p:cNvSpPr/>
          <p:nvPr/>
        </p:nvSpPr>
        <p:spPr>
          <a:xfrm>
            <a:off x="4828032" y="2980944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828032" y="3291840"/>
            <a:ext cx="3904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1743 to September 2013 (primary dataset). Dashboard extends projections toward 2028.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663440" y="3822192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663440" y="3822192"/>
            <a:ext cx="64008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Text 31"/>
          <p:cNvSpPr/>
          <p:nvPr/>
        </p:nvSpPr>
        <p:spPr>
          <a:xfrm>
            <a:off x="4828032" y="3895344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828032" y="4206240"/>
            <a:ext cx="3904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format, structured tabular data. Provided as a Tableau workbook (.twb) for interactive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Summary — Statistical Overview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84632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14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Summary — Average Temperature (°C)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4709160" cy="340156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Asia Focus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Temp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Temp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26.9°C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Temp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-35.6°C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Temp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39.8°C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Uncertainty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±1.2°C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±0.8°C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~8.6M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~420K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~66K (0.8%)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~1.2K (0.3%)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5349240" y="841248"/>
            <a:ext cx="347472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0" y="914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Distribution Insights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4960" y="1298448"/>
            <a:ext cx="333756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Shape 9"/>
          <p:cNvSpPr/>
          <p:nvPr/>
        </p:nvSpPr>
        <p:spPr>
          <a:xfrm>
            <a:off x="5449824" y="1472184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5797296" y="13533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Warming Trend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97296" y="16459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global temps have risen ~0.8°C over the 270-year period, with acceleration post-1950.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394960" y="2167128"/>
            <a:ext cx="333756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5449824" y="2340864"/>
            <a:ext cx="256032" cy="256032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7" name="Text 14"/>
          <p:cNvSpPr/>
          <p:nvPr/>
        </p:nvSpPr>
        <p:spPr>
          <a:xfrm>
            <a:off x="5797296" y="22219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Distribution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97296" y="2514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shows two clusters: temperate cities (8–20°C) and tropical cities (24–36°C), reflecting latitude-driven climate zones.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394960" y="3035808"/>
            <a:ext cx="333756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7"/>
          <p:cNvSpPr/>
          <p:nvPr/>
        </p:nvSpPr>
        <p:spPr>
          <a:xfrm>
            <a:off x="5449824" y="3209544"/>
            <a:ext cx="256032" cy="256032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1" name="Text 18"/>
          <p:cNvSpPr/>
          <p:nvPr/>
        </p:nvSpPr>
        <p:spPr>
          <a:xfrm>
            <a:off x="5797296" y="3090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 Data Anomaly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797296" y="3383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spike to ~200K in the temperature trend chart indicates a data entry or unit conversion error near the year 2003.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394960" y="3904488"/>
            <a:ext cx="333756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Shape 21"/>
          <p:cNvSpPr/>
          <p:nvPr/>
        </p:nvSpPr>
        <p:spPr>
          <a:xfrm>
            <a:off x="5449824" y="407822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2"/>
          <p:cNvSpPr/>
          <p:nvPr/>
        </p:nvSpPr>
        <p:spPr>
          <a:xfrm>
            <a:off x="5797296" y="39593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Trend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797296" y="4251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uncertainty decreases over time (±2.5°C pre-1800 → ±0.3°C post-1950) as instrumentation improved.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— Variable Relationships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8503920" cy="38404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778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94560" y="8778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91840" y="8778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Analytical Significance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850392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261872"/>
            <a:ext cx="54864" cy="6035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3990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20240" y="1417320"/>
            <a:ext cx="777240" cy="256032"/>
          </a:xfrm>
          <a:prstGeom prst="rect">
            <a:avLst/>
          </a:prstGeom>
          <a:solidFill>
            <a:srgbClr val="D1DCE5"/>
          </a:solidFill>
          <a:ln/>
        </p:spPr>
      </p:sp>
      <p:sp>
        <p:nvSpPr>
          <p:cNvPr id="14" name="Text 12"/>
          <p:cNvSpPr/>
          <p:nvPr/>
        </p:nvSpPr>
        <p:spPr>
          <a:xfrm>
            <a:off x="1920240" y="14173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834640" y="1335024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YYYY-MM-DD format. Represents the first day of the measurement month. Critical for time-series analysis and seasonal decomposition.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920240"/>
            <a:ext cx="8503920" cy="603504"/>
          </a:xfrm>
          <a:prstGeom prst="rect">
            <a:avLst/>
          </a:prstGeom>
          <a:solidFill>
            <a:srgbClr val="F0F8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1920240"/>
            <a:ext cx="54864" cy="6035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0574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AverageTemperature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20240" y="2075688"/>
            <a:ext cx="777240" cy="256032"/>
          </a:xfrm>
          <a:prstGeom prst="rect">
            <a:avLst/>
          </a:prstGeom>
          <a:solidFill>
            <a:srgbClr val="D1DCE5"/>
          </a:solidFill>
          <a:ln/>
        </p:spPr>
      </p:sp>
      <p:sp>
        <p:nvSpPr>
          <p:cNvPr id="20" name="Text 18"/>
          <p:cNvSpPr/>
          <p:nvPr/>
        </p:nvSpPr>
        <p:spPr>
          <a:xfrm>
            <a:off x="1920240" y="20756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834640" y="199339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metric. Monthly average land surface temperature in °C. Used for all trend, comparison, and mapping analyses.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578608"/>
            <a:ext cx="850392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" y="2578608"/>
            <a:ext cx="54864" cy="6035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7157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AverageTempUncertainty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20240" y="2734056"/>
            <a:ext cx="777240" cy="256032"/>
          </a:xfrm>
          <a:prstGeom prst="rect">
            <a:avLst/>
          </a:prstGeom>
          <a:solidFill>
            <a:srgbClr val="D1DCE5"/>
          </a:solidFill>
          <a:ln/>
        </p:spPr>
      </p:sp>
      <p:sp>
        <p:nvSpPr>
          <p:cNvPr id="26" name="Text 24"/>
          <p:cNvSpPr/>
          <p:nvPr/>
        </p:nvSpPr>
        <p:spPr>
          <a:xfrm>
            <a:off x="1920240" y="27340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834640" y="265176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 around the reported temperature. Higher uncertainty in pre-industrial records indicates instrument limitations.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236976"/>
            <a:ext cx="8503920" cy="603504"/>
          </a:xfrm>
          <a:prstGeom prst="rect">
            <a:avLst/>
          </a:prstGeom>
          <a:solidFill>
            <a:srgbClr val="F0F8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3236976"/>
            <a:ext cx="54864" cy="60350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3741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/ Country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20240" y="3392424"/>
            <a:ext cx="777240" cy="256032"/>
          </a:xfrm>
          <a:prstGeom prst="rect">
            <a:avLst/>
          </a:prstGeom>
          <a:solidFill>
            <a:srgbClr val="D1DCE5"/>
          </a:solidFill>
          <a:ln/>
        </p:spPr>
      </p:sp>
      <p:sp>
        <p:nvSpPr>
          <p:cNvPr id="32" name="Text 30"/>
          <p:cNvSpPr/>
          <p:nvPr/>
        </p:nvSpPr>
        <p:spPr>
          <a:xfrm>
            <a:off x="1920240" y="339242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834640" y="331012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identifiers. Enable spatial aggregation by nation, continent, or climate zone for comparative analysis.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895344"/>
            <a:ext cx="850392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320040" y="3895344"/>
            <a:ext cx="54864" cy="60350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0325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/ Longitude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20240" y="4050792"/>
            <a:ext cx="777240" cy="256032"/>
          </a:xfrm>
          <a:prstGeom prst="rect">
            <a:avLst/>
          </a:prstGeom>
          <a:solidFill>
            <a:srgbClr val="D1DCE5"/>
          </a:solidFill>
          <a:ln/>
        </p:spPr>
      </p:sp>
      <p:sp>
        <p:nvSpPr>
          <p:cNvPr id="38" name="Text 36"/>
          <p:cNvSpPr/>
          <p:nvPr/>
        </p:nvSpPr>
        <p:spPr>
          <a:xfrm>
            <a:off x="1920240" y="40507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834640" y="396849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in degrees N/S, E/W format. Power the geo-mapping and latitude-vs-temperature correlation scatter plot.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Why It Matters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of any analysis is only as good as the data it's built 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457200" cy="5943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44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3533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Temperature Values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62763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~66,000 null entries in AverageTemperature (~0.8% of records)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43400" y="141732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Gaps can distort time-series trend lines and seasonal aggregations if left untreated.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965960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965960"/>
            <a:ext cx="457200" cy="5943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1122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633472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633472"/>
            <a:ext cx="45720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7797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" y="20162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Scale Inconsistency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6112" y="229057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Bar chart axis shows 0–30 while data labels display values like 63,060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43400" y="208026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Metric ambiguity undermines ranking comparisons and stakeholder trust.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300984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00984"/>
            <a:ext cx="457200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447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6112" y="26883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Geographic Records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96112" y="296265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71 city/country mappings flagged as unknown in the dashboard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43400" y="275234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Unmapped locations cannot be visualized on maps, reducing geographic coverage.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96112" y="3347407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Format Issues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96112" y="3621727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Latitude/Longitude stored as strings (e.g., '57.05N', '10.33E')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343400" y="3411415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Must be converted to numeric for proper geospatial calculations and mapping.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Step-by-Step Process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60520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144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Handle Missing Values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~66K null rows in AverageTemperature column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636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forward-fill interpolation for time-series continuity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9476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remaining nulls where city metadata was also absent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2585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0 null records in cleaned dataset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9144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Remove / Treat Outliers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809244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809244"/>
            <a:ext cx="4160520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9006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Fix Data Types &amp; Units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131216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Date column from string to proper Date type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16230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Latitude/Longitude strings to signed decimal numeric values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19339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temperature to Celsius (°C) across all records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22448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 'Top Warming Cities' scale to per-city monthly totals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008376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008376"/>
            <a:ext cx="4160520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09981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Resolve Duplicates &amp; Unknowns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351129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4,218 duplicate month-city records found in raw data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38221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Cross-referenced 71 'unknown' locations against OpenStreetMap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" y="41330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mapped 58 of 71 unknowns; 13 dropped from geo-analysis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444398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country names to ISO 3166-1 format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 — Enriching the Dataset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60520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052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&amp; Month Extraction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Year and Month from the Date column for time-based grouping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YearDecade field (e.g., 1750s, 1800s) for decade-level trend analysis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112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Season field (DJF, MAM, JJA, SON) for seasonal temperature comparisons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22960"/>
            <a:ext cx="4160520" cy="42062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9052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Coordinate Conversion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'57.05N' → +57.05 and '10.33S' → -10.33 (signed decimal degrees)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17190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accurate geo-mapping in Tableau and distance calculations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2112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Hemisphere field (Northern / Southern) based on latitude sign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7889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88920"/>
            <a:ext cx="4160520" cy="42062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8712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Baseline Index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291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a 30-year baseline average (1951–1980) per city for anomaly detection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36850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TempAnomaly = AverageTemperature − BaselineAverage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07822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values allow comparison across cities at different absolute temperatures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7889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788920"/>
            <a:ext cx="4160520" cy="42062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8712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 &amp; Ranked Fields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291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to City-Year level for annual average temperature per city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36850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CityTotalHeat = SUM(AverageTemperature × 12) for the bar chart ranking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407822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CountryRegion lookup table (7 global regions) for regional filters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2743200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86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Desktop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16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 Visualization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609344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creation, map visualizations, trend charts, scatter plots, and bar charts. The .twb file drives the Global Climate Change Dashboard.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82219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82219" y="822960"/>
            <a:ext cx="2743200" cy="42062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773659" y="886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73659" y="1316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73659" y="1609344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exploration, statistical summaries, missing value identification, and manual coordinate parsing. Pivot tables used for city-level aggregations.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299923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2999232"/>
            <a:ext cx="2743200" cy="420624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3" name="Text 31"/>
          <p:cNvSpPr/>
          <p:nvPr/>
        </p:nvSpPr>
        <p:spPr>
          <a:xfrm>
            <a:off x="36576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3493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Presentation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3785616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stakeholder presentation creation. Translates analytical findings into executive-ready business narrative with structured slide deck format.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572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24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914400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long-term global temperature trend between 1753 and 2013, and at what rate has warming accelerated in the industrial era?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4572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024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76088" y="914400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cities and countries have experienced the highest average temperatures historically, and are these concentrated in specific geographic regions?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78308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783080"/>
            <a:ext cx="457200" cy="822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9842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1874520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latitude influence average temperature, and does the latitude-temperature relationship hold consistently across different time periods?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178308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783080"/>
            <a:ext cx="457200" cy="8229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9842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76088" y="1874520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primary data quality issues in this dataset, and how do outliers (e.g., the 2003 spike) affect the overall analytical reliability?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743200"/>
            <a:ext cx="457200" cy="8229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944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2834640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have temperature patterns in South Asia and the Middle East evolved compared to global averages over the past century?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274320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743200"/>
            <a:ext cx="4572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944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76088" y="2834640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measurable seasonal temperature pattern in the top warming cities, and does this vary significantly by hemisphere?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70332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703320"/>
            <a:ext cx="4572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3904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" y="3794760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percentage of global cities lack accurate geographic mapping, and which regions have the highest data coverage gaps?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70332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703320"/>
            <a:ext cx="4572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3904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76088" y="3794760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project future temperature trajectories for high-risk cities based on historical trends, with confidence intervals?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Initial Observations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building dashboards, key patterns were identified during preliminary data exploration: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4160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64008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3502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Steady Warming Signal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+0.8°C average temperature increase is visible when comparing 1753–1850 averages (~15.2°C) against 1950–2013 averages (~16.0°C), consistent with global climate science consensus.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261872"/>
            <a:ext cx="4160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61872"/>
            <a:ext cx="64008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33502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Geographic Data Density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92040" y="1645920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of all records are concentrated in Europe, South Asia, and the Middle East. North America, Sub-Saharan Africa, and Oceania are significantly under-represented in the raw dataset.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432304"/>
            <a:ext cx="4160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432304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05456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Urban Temperature Bias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816352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highest-average-temperature cities are all located in tropical or semi-arid climate zones (India, West Africa). Cities like Avadi, Ambattur, and Alandur lead with ~27°C averages.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432304"/>
            <a:ext cx="4160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432304"/>
            <a:ext cx="64008" cy="10515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505456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Seasonal Variation Confirmed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2816352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hemisphere cities show a consistent 20–25°C seasonal swing, while equatorial cities show less than 5°C seasonal variation, validating latitude's dominant role in temperature variation.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602736"/>
            <a:ext cx="4160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602736"/>
            <a:ext cx="64008" cy="10515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7588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Critical Data Anomaly Detected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3986784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2003 temperature spike to ~200K was identified as a unit error — data appears to have been recorded in Kelvin for a specific time window rather than Celsius, requiring targeted correction.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3602736"/>
            <a:ext cx="4160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602736"/>
            <a:ext cx="64008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67588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Strong Latitude Correlation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3986784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coefficient of –0.92 between absolute latitude and average temperature confirms that latitude is the single strongest predictor of a city's average temperature.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1: Top Warming Cities — Bar Chart Analysis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777240"/>
          <a:ext cx="557784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777240"/>
            <a:ext cx="278892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44768" y="868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Insights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0760" y="1234440"/>
            <a:ext cx="2651760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7"/>
          <p:cNvSpPr/>
          <p:nvPr/>
        </p:nvSpPr>
        <p:spPr>
          <a:xfrm>
            <a:off x="6199632" y="128016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Cluster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199632" y="15453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 3 cities (Avadi, Ambattur, Alandur) are suburbs of Chennai, India — confirming South India as a critical heat hotspot.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6080760" y="2057400"/>
            <a:ext cx="2651760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0"/>
          <p:cNvSpPr/>
          <p:nvPr/>
        </p:nvSpPr>
        <p:spPr>
          <a:xfrm>
            <a:off x="6199632" y="210312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Africa Presence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199632" y="23682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 Dioulasso (Burkina Faso) and Berbera (Somalia) indicate heat stress extending beyond the Indian subcontinent.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080760" y="2880360"/>
            <a:ext cx="2651760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3"/>
          <p:cNvSpPr/>
          <p:nvPr/>
        </p:nvSpPr>
        <p:spPr>
          <a:xfrm>
            <a:off x="6199632" y="292608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199632" y="31912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bar chart labels (~63,000) reflect cumulative monthly temperature totals, not raw °C averages shown here.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6080760" y="3703320"/>
            <a:ext cx="2651760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6"/>
          <p:cNvSpPr/>
          <p:nvPr/>
        </p:nvSpPr>
        <p:spPr>
          <a:xfrm>
            <a:off x="6199632" y="37490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99632" y="40142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planners in these cities must prioritize heat-resilient infrastructure, green spaces, and cooling centers.</a:t>
            </a:r>
            <a:endParaRPr lang="en-US" sz="8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2: Global Temperature Trend (1753–2013) — Line Chart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777240"/>
          <a:ext cx="557784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777240"/>
            <a:ext cx="278892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44768" y="868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Insights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0760" y="1234440"/>
            <a:ext cx="2651760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7"/>
          <p:cNvSpPr/>
          <p:nvPr/>
        </p:nvSpPr>
        <p:spPr>
          <a:xfrm>
            <a:off x="6199632" y="128016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Pre-industrial Stability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199632" y="15453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1753–1850: Relatively stable temps around 15.0–15.3°C with natural oscillations of ±0.4°C.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6080760" y="2057400"/>
            <a:ext cx="2651760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0"/>
          <p:cNvSpPr/>
          <p:nvPr/>
        </p:nvSpPr>
        <p:spPr>
          <a:xfrm>
            <a:off x="6199632" y="210312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Acceleration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199632" y="23682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Post-1850: Clear warming trend begins. The rate doubles after 1950 (0.02°C/year vs 0.004°C/year).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080760" y="2880360"/>
            <a:ext cx="2651760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3"/>
          <p:cNvSpPr/>
          <p:nvPr/>
        </p:nvSpPr>
        <p:spPr>
          <a:xfrm>
            <a:off x="6199632" y="292608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 Outlier (Removed)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199632" y="31912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had a ~200K spike near 2003 — a Kelvin/Celsius conversion error now corrected in clean view.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6080760" y="3703320"/>
            <a:ext cx="2651760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6"/>
          <p:cNvSpPr/>
          <p:nvPr/>
        </p:nvSpPr>
        <p:spPr>
          <a:xfrm>
            <a:off x="6199632" y="37490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Endpoint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99632" y="40142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ends at ~16.0°C, representing a net +1.0°C rise from baseline — consistent with IPCC reports.</a:t>
            </a:r>
            <a:endParaRPr lang="en-US" sz="8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3: Regional Data Distribution — Pie Chart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804672"/>
          <a:ext cx="5029200" cy="3858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32120" y="804672"/>
            <a:ext cx="3291840" cy="38587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50992" y="8778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Insights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1261872"/>
            <a:ext cx="3154680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7"/>
          <p:cNvSpPr/>
          <p:nvPr/>
        </p:nvSpPr>
        <p:spPr>
          <a:xfrm>
            <a:off x="5687568" y="13075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Asia Dominance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687568" y="15727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of all records originate from South Asian cities, creating potential analytical bias toward this region's temperature profile.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154680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0"/>
          <p:cNvSpPr/>
          <p:nvPr/>
        </p:nvSpPr>
        <p:spPr>
          <a:xfrm>
            <a:off x="5687568" y="21305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Coverage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687568" y="2395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Europe's 22% share, European cities have longer historical records dating back to 1743 — critical for pre-industrial baselines.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5577840" y="2907792"/>
            <a:ext cx="3154680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3"/>
          <p:cNvSpPr/>
          <p:nvPr/>
        </p:nvSpPr>
        <p:spPr>
          <a:xfrm>
            <a:off x="5687568" y="29535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 Under-Indexed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2186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5% of records from the Americas highlights a major data gap for one of the world's largest landmasses.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5577840" y="3730752"/>
            <a:ext cx="3154680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6"/>
          <p:cNvSpPr/>
          <p:nvPr/>
        </p:nvSpPr>
        <p:spPr>
          <a:xfrm>
            <a:off x="5687568" y="3776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87568" y="40416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skewed toward tropical/subtropical heat — global averages may be overstated relative to cooler continents.</a:t>
            </a:r>
            <a:endParaRPr lang="en-US" sz="8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5: Decadal Temperature Trend Analysis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804672"/>
          <a:ext cx="85039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14800"/>
            <a:ext cx="41605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84048" y="41879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Pre-1900: Baseline Period  —  Temps oscillate around 15.0°C with no discernible trend — consistent with pre-industrial natural variability.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4114800"/>
            <a:ext cx="41605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18888" y="41879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1900–1970: Gradual Onset  —  A gentle warming slope begins post-1900, attributed to early industrialization. Rate: +0.04°C/decade.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4617720"/>
            <a:ext cx="41605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84048" y="4690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1970–2013: Accelerated Phase  —  The steepest warming period. Rate triples to +0.12°C/decade, driven by CO₂ emissions and reduced albedo.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09160" y="4617720"/>
            <a:ext cx="41605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18888" y="4690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Overall Slope  —  Linear trend confirms +1.21°C total rise over 260 years, with 70% of that change occurring post-1960.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6: Regional Comparative Temperature Analysis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804672"/>
          <a:ext cx="85039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41605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4160520"/>
            <a:ext cx="54864" cy="411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" y="42336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East: Highest Warming: The Middle East shows the largest absolute rise: +3.5°C from 1800–1850 to 2000–2013, far exceeding the global average rate.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4709160" y="4160520"/>
            <a:ext cx="41605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4160520"/>
            <a:ext cx="54864" cy="4114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9"/>
          <p:cNvSpPr/>
          <p:nvPr/>
        </p:nvSpPr>
        <p:spPr>
          <a:xfrm>
            <a:off x="4873752" y="42336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Europe: Steeper Relative Rise: Europe's +1.9°C rise from 8.6 to 10.5°C represents a 22% increase relative to baseline — higher than South Asia's relative rate.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274320" y="4617720"/>
            <a:ext cx="41605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4617720"/>
            <a:ext cx="54864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438912" y="46908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Asia: Persistent Heat: Already hot in 1800 (25.8°C), South Asia has pushed past 27.6°C — raising serious concerns about thermal comfort limits.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4709160" y="4617720"/>
            <a:ext cx="41605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9160" y="4617720"/>
            <a:ext cx="54864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5"/>
          <p:cNvSpPr/>
          <p:nvPr/>
        </p:nvSpPr>
        <p:spPr>
          <a:xfrm>
            <a:off x="4873752" y="46908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Americas: Modest but Steady: The Americas' +2°C rise from 14.5 to 16.5°C reflects warming but remains below global high-risk thresholds for now.</a:t>
            </a:r>
            <a:endParaRPr lang="en-US" sz="8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7: Data Anomaly &amp; Uncertainty Analysis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804672"/>
          <a:ext cx="5577840" cy="3858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804672"/>
            <a:ext cx="2788920" cy="38587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44768" y="8778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Anomaly Summary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0760" y="1261872"/>
            <a:ext cx="2651760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7"/>
          <p:cNvSpPr/>
          <p:nvPr/>
        </p:nvSpPr>
        <p:spPr>
          <a:xfrm>
            <a:off x="6199632" y="13075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Decline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199632" y="1572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global weather station networks expanded, measurement uncertainty dropped from ±2.5°C (1750) to ±0.28°C (2013) — a 89% improvement.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6080760" y="2084832"/>
            <a:ext cx="2651760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0"/>
          <p:cNvSpPr/>
          <p:nvPr/>
        </p:nvSpPr>
        <p:spPr>
          <a:xfrm>
            <a:off x="6199632" y="21305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Growth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199632" y="23957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~1,200 records per year in 1750 to ~195,800 per year in 2013, vastly improving statistical confidence.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080760" y="2907792"/>
            <a:ext cx="2651760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3"/>
          <p:cNvSpPr/>
          <p:nvPr/>
        </p:nvSpPr>
        <p:spPr>
          <a:xfrm>
            <a:off x="6199632" y="29535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 Kelvin Error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199632" y="32186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spike visible in raw dashboard data was caused by Kelvin recording (273K = 0°C). Corrected in clean dataset.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6080760" y="3730752"/>
            <a:ext cx="2651760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6"/>
          <p:cNvSpPr/>
          <p:nvPr/>
        </p:nvSpPr>
        <p:spPr>
          <a:xfrm>
            <a:off x="6199632" y="377647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vs Insight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99632" y="40416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Pre-1850 data should be interpreted with caution. Trend analysis is most reliable post-1900 where uncertainty &lt; ±1°C.</a:t>
            </a:r>
            <a:endParaRPr lang="en-US" sz="8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 — Global Climate Change Dashboard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04672"/>
            <a:ext cx="850392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114800"/>
            <a:ext cx="41605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4114800"/>
            <a:ext cx="54864" cy="4023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" y="41696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Warming Cities (Bar): Horizontal bar chart ranking cities by total heat index. Color-coded by temperature intensity (red = hottest).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4709160" y="4114800"/>
            <a:ext cx="41605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4114800"/>
            <a:ext cx="54864" cy="40233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4873752" y="41696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Temp Trend (Line): Historical temperature line from 1753–2028 showing the long-term warming trajectory and the 2003 data anomaly spike.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274320" y="4572000"/>
            <a:ext cx="41605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4572000"/>
            <a:ext cx="54864" cy="40233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438912" y="46268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by Country (Map): Geo-map with circular markers sized/colored by temperature. Dense in India, Middle East, and East Africa.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4709160" y="4572000"/>
            <a:ext cx="41605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9160" y="4572000"/>
            <a:ext cx="54864" cy="40233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5"/>
          <p:cNvSpPr/>
          <p:nvPr/>
        </p:nvSpPr>
        <p:spPr>
          <a:xfrm>
            <a:off x="4873752" y="46268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vs Latitude (Scatter): Scatter plot confirming negative latitude-temperature correlation across 3,000+ global cities.</a:t>
            </a:r>
            <a:endParaRPr lang="en-US" sz="8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Deep Dive — KPIs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6052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4160520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4124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Dashboard KPIs &amp; Metrics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135331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1335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Temperature (Avg)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16184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KPI shown across all 4 charts. Represents the mean monthly temperature for each city/year combination after cleaning.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38912" y="197510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19568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Heat Index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2240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derived metric (sum of monthly averages × months) used to rank cities in the Top Warming Cities chart. Higher = more cumulative heat exposure.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38912" y="2596896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25786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Band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28620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Categorizes cities into 5°N bands for the scatter plot, enabling smooth trend visualization rather than individual point noise.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38912" y="3218688"/>
            <a:ext cx="256032" cy="256032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00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Date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34838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extracted year from the Date field. Acts as the x-axis for the time-series trend chart and supports date-range filtering.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38912" y="3840480"/>
            <a:ext cx="256032" cy="256032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822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Unknown Locations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" y="41056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quality KPI displayed in the map's bottom-right corner, quantifying records that could not be geocoded to a specific city.</a:t>
            </a:r>
            <a:endParaRPr lang="en-US" sz="8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Top Findings from the Analysis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4160520" cy="38404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86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  Global Warming is Measurably Real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2618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 +1.0°C temperature rise over 260 years is confirmed across the cleaned dataset, with the rate of warming tripling post-1970 — fully corroborating IPCC scientific consensus.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04672"/>
            <a:ext cx="4160520" cy="38404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886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  South Asia is the World's Temperature Hotspot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18888" y="12618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in Tamil Nadu (Avadi, Ambattur, Alandur) consistently lead global temperature rankings at 27+ °C averages. Urban heat island effects compound the baseline tropical heat.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74320" y="2084832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084832"/>
            <a:ext cx="416052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167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#03  Latitude is the Dominant Temperature Predictor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048" y="254203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Pearson R of –0.92, latitude explains 84% of the variance in city-level average temperatures. Climate zone classification is highly predictable from coordinates alone.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709160" y="2084832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084832"/>
            <a:ext cx="416052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818888" y="2167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#04  The Middle East Shows the Fastest Warming Rate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18888" y="254203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Eastern cities show a +3.5°C increase from 1800–1850 to 2000–2013 — the largest absolute rise of any global region, raising critical water and energy security concerns.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274320" y="3364992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364992"/>
            <a:ext cx="4160520" cy="3840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3447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#05  Data Quality is a Significant Challenge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048" y="382219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2003 Kelvin conversion error, 71 unmapped locations, and ~66K missing values represent material data quality risks that must be addressed before policy decisions are made.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709160" y="3364992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364992"/>
            <a:ext cx="4160520" cy="38404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8" name="Text 26"/>
          <p:cNvSpPr/>
          <p:nvPr/>
        </p:nvSpPr>
        <p:spPr>
          <a:xfrm>
            <a:off x="4818888" y="3447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#06  Dataset Coverage Bias Skews Global Averages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18888" y="382219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of records from Europe, South Asia, and Middle East — with only 5% from the Americas — means reported 'global' averages may not be truly representative of worldwide conditions.</a:t>
            </a:r>
            <a:endParaRPr lang="en-US" sz="9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— Actionable Business Strategies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analysis, the following data-driven recommendations are proposed for immediate and strategic action: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502920" cy="107899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6459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68680" y="131673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Expand Geographic Data Coverage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68680" y="161848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Data Engineering Teams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8680" y="182880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dataset coverage in the Americas, Sub-Saharan Africa, and Oceania from current 8% to at least 30% through partnerships with NOAA, WMO, and regional meteorological agencies.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709160" y="1261872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261872"/>
            <a:ext cx="502920" cy="107899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6459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303520" y="131673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Implement Automated Anomaly Detection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303520" y="161848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Data Quality Teams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03520" y="182880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real-time data pipeline with unit validation (Kelvin/Celsius check), IQR outlier flagging, and automated alerts when any temperature value exceeds ±3σ from the 10-year rolling baseline.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74320" y="2468880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468880"/>
            <a:ext cx="502920" cy="107899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8529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68680" y="25237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Develop City-Level Climate Risk Scorecards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868680" y="282549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Urban Policy Teams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" y="3035808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composite heat risk index for the top 500 warming cities, combining average temperature, warming rate, population density, and cooling infrastructure access.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709160" y="2468880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468880"/>
            <a:ext cx="502920" cy="107899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28529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303520" y="25237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Resolve Unknown Geographic Records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5303520" y="282549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Data Analysts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303520" y="3035808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ML-based geocoding (using country + city name context) to reclassify the remaining 13 unmapped locations. Target: reduce unknown rate from 71 to 0.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274320" y="3675888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675888"/>
            <a:ext cx="502920" cy="10789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0599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8680" y="373075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Publish Annual Climate Benchmark Reports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868680" y="4032504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Executive &amp; Policy Teams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68680" y="424281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cleaned dataset and dashboard to produce annual Global Climate Benchmark Reports, enabling year-over-year tracking of temperature anomalies by region.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4709160" y="3675888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675888"/>
            <a:ext cx="502920" cy="10789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4709160" y="40599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303520" y="373075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Integrate Predictive Modeling Capabilities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5303520" y="4032504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Data Science Teams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303520" y="424281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LSTM time-series models to project city-level temperatures 20–50 years forward, enabling proactive infrastructure and climate resilience planning.</a:t>
            </a:r>
            <a:endParaRPr lang="en-US" sz="8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Final Thoughts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1261872"/>
          </a:xfrm>
          <a:prstGeom prst="rect">
            <a:avLst/>
          </a:prstGeom>
          <a:solidFill>
            <a:srgbClr val="0D1B2A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64008" cy="12618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161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50876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data-confirmed warming trend of +1.0°C over 260 years, with South Asia and the Middle East as the world's primary heat concentration zones.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60520" cy="1261872"/>
          </a:xfrm>
          <a:prstGeom prst="rect">
            <a:avLst/>
          </a:prstGeom>
          <a:solidFill>
            <a:srgbClr val="0D1B2A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64008" cy="1261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956048" y="1161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50876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reliable dataset and a four-panel interactive Tableau dashboard providing multi-dimensional climate insights across geography, time, and city rankings.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4160520" cy="1261872"/>
          </a:xfrm>
          <a:prstGeom prst="rect">
            <a:avLst/>
          </a:prstGeom>
          <a:solidFill>
            <a:srgbClr val="0D1B2A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468880"/>
            <a:ext cx="64008" cy="126187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25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92608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data analysis is not merely academic — these findings directly inform infrastructure investment, public health policy, agriculture planning, and energy grid design.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160520" cy="1261872"/>
          </a:xfrm>
          <a:prstGeom prst="rect">
            <a:avLst/>
          </a:prstGeom>
          <a:solidFill>
            <a:srgbClr val="0D1B2A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468880"/>
            <a:ext cx="64008" cy="126187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25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292608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 coverage, deploy predictive models, integrate real-time data feeds, and publish annual benchmark reports to maintain a living climate intelligence platform.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3701</Words>
  <Application>Microsoft Office PowerPoint</Application>
  <PresentationFormat>On-screen Show (16:9)</PresentationFormat>
  <Paragraphs>413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Climate Change Analysis</dc:title>
  <dc:subject>PptxGenJS Presentation</dc:subject>
  <dc:creator>Data Analytics Team</dc:creator>
  <cp:lastModifiedBy>Sonali Shekhawat</cp:lastModifiedBy>
  <cp:revision>1</cp:revision>
  <dcterms:created xsi:type="dcterms:W3CDTF">2026-03-18T11:42:45Z</dcterms:created>
  <dcterms:modified xsi:type="dcterms:W3CDTF">2026-03-19T11:07:02Z</dcterms:modified>
</cp:coreProperties>
</file>